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359900" cy="57594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4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CA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804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70000" y="942667"/>
            <a:ext cx="7020000" cy="2005333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70000" y="3025334"/>
            <a:ext cx="7020000" cy="1390666"/>
          </a:xfrm>
        </p:spPr>
        <p:txBody>
          <a:bodyPr/>
          <a:lstStyle>
            <a:lvl1pPr marL="0" indent="0" algn="ctr">
              <a:buNone/>
              <a:defRPr sz="2015"/>
            </a:lvl1pPr>
            <a:lvl2pPr marL="384175" indent="0" algn="ctr">
              <a:buNone/>
              <a:defRPr sz="1680"/>
            </a:lvl2pPr>
            <a:lvl3pPr marL="767715" indent="0" algn="ctr">
              <a:buNone/>
              <a:defRPr sz="1510"/>
            </a:lvl3pPr>
            <a:lvl4pPr marL="1151890" indent="0" algn="ctr">
              <a:buNone/>
              <a:defRPr sz="1345"/>
            </a:lvl4pPr>
            <a:lvl5pPr marL="1536065" indent="0" algn="ctr">
              <a:buNone/>
              <a:defRPr sz="1345"/>
            </a:lvl5pPr>
            <a:lvl6pPr marL="1920240" indent="0" algn="ctr">
              <a:buNone/>
              <a:defRPr sz="1345"/>
            </a:lvl6pPr>
            <a:lvl7pPr marL="2303780" indent="0" algn="ctr">
              <a:buNone/>
              <a:defRPr sz="1345"/>
            </a:lvl7pPr>
            <a:lvl8pPr marL="2687955" indent="0" algn="ctr">
              <a:buNone/>
              <a:defRPr sz="1345"/>
            </a:lvl8pPr>
            <a:lvl9pPr marL="3072130" indent="0" algn="ctr">
              <a:buNone/>
              <a:defRPr sz="134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625" y="1436000"/>
            <a:ext cx="8073000" cy="2396000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8625" y="3854667"/>
            <a:ext cx="8073000" cy="1260000"/>
          </a:xfrm>
        </p:spPr>
        <p:txBody>
          <a:bodyPr/>
          <a:lstStyle>
            <a:lvl1pPr marL="0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1pPr>
            <a:lvl2pPr marL="38417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71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3pPr>
            <a:lvl4pPr marL="115189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4pPr>
            <a:lvl5pPr marL="153606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5pPr>
            <a:lvl6pPr marL="192024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6pPr>
            <a:lvl7pPr marL="230378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7pPr>
            <a:lvl8pPr marL="268795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8pPr>
            <a:lvl9pPr marL="307213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3500" y="1533333"/>
            <a:ext cx="3978000" cy="365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8500" y="1533333"/>
            <a:ext cx="3978000" cy="365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19" y="306667"/>
            <a:ext cx="8073000" cy="111333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4719" y="1412000"/>
            <a:ext cx="3959718" cy="692000"/>
          </a:xfrm>
        </p:spPr>
        <p:txBody>
          <a:bodyPr anchor="b"/>
          <a:lstStyle>
            <a:lvl1pPr marL="0" indent="0">
              <a:buNone/>
              <a:defRPr sz="2015" b="1"/>
            </a:lvl1pPr>
            <a:lvl2pPr marL="384175" indent="0">
              <a:buNone/>
              <a:defRPr sz="1680" b="1"/>
            </a:lvl2pPr>
            <a:lvl3pPr marL="767715" indent="0">
              <a:buNone/>
              <a:defRPr sz="1510" b="1"/>
            </a:lvl3pPr>
            <a:lvl4pPr marL="1151890" indent="0">
              <a:buNone/>
              <a:defRPr sz="1345" b="1"/>
            </a:lvl4pPr>
            <a:lvl5pPr marL="1536065" indent="0">
              <a:buNone/>
              <a:defRPr sz="1345" b="1"/>
            </a:lvl5pPr>
            <a:lvl6pPr marL="1920240" indent="0">
              <a:buNone/>
              <a:defRPr sz="1345" b="1"/>
            </a:lvl6pPr>
            <a:lvl7pPr marL="2303780" indent="0">
              <a:buNone/>
              <a:defRPr sz="1345" b="1"/>
            </a:lvl7pPr>
            <a:lvl8pPr marL="2687955" indent="0">
              <a:buNone/>
              <a:defRPr sz="1345" b="1"/>
            </a:lvl8pPr>
            <a:lvl9pPr marL="307213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4719" y="2104000"/>
            <a:ext cx="3959718" cy="309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38500" y="1412000"/>
            <a:ext cx="3979219" cy="692000"/>
          </a:xfrm>
        </p:spPr>
        <p:txBody>
          <a:bodyPr anchor="b"/>
          <a:lstStyle>
            <a:lvl1pPr marL="0" indent="0">
              <a:buNone/>
              <a:defRPr sz="2015" b="1"/>
            </a:lvl1pPr>
            <a:lvl2pPr marL="384175" indent="0">
              <a:buNone/>
              <a:defRPr sz="1680" b="1"/>
            </a:lvl2pPr>
            <a:lvl3pPr marL="767715" indent="0">
              <a:buNone/>
              <a:defRPr sz="1510" b="1"/>
            </a:lvl3pPr>
            <a:lvl4pPr marL="1151890" indent="0">
              <a:buNone/>
              <a:defRPr sz="1345" b="1"/>
            </a:lvl4pPr>
            <a:lvl5pPr marL="1536065" indent="0">
              <a:buNone/>
              <a:defRPr sz="1345" b="1"/>
            </a:lvl5pPr>
            <a:lvl6pPr marL="1920240" indent="0">
              <a:buNone/>
              <a:defRPr sz="1345" b="1"/>
            </a:lvl6pPr>
            <a:lvl7pPr marL="2303780" indent="0">
              <a:buNone/>
              <a:defRPr sz="1345" b="1"/>
            </a:lvl7pPr>
            <a:lvl8pPr marL="2687955" indent="0">
              <a:buNone/>
              <a:defRPr sz="1345" b="1"/>
            </a:lvl8pPr>
            <a:lvl9pPr marL="307213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8500" y="2104000"/>
            <a:ext cx="3979219" cy="309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19" y="384000"/>
            <a:ext cx="3018843" cy="1344000"/>
          </a:xfrm>
        </p:spPr>
        <p:txBody>
          <a:bodyPr anchor="b"/>
          <a:lstStyle>
            <a:lvl1pPr>
              <a:defRPr sz="26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9219" y="829333"/>
            <a:ext cx="4738500" cy="4093333"/>
          </a:xfrm>
        </p:spPr>
        <p:txBody>
          <a:bodyPr/>
          <a:lstStyle>
            <a:lvl1pPr>
              <a:defRPr sz="2690"/>
            </a:lvl1pPr>
            <a:lvl2pPr>
              <a:defRPr sz="2350"/>
            </a:lvl2pPr>
            <a:lvl3pPr>
              <a:defRPr sz="2015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19" y="1728000"/>
            <a:ext cx="3018843" cy="3201334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5"/>
            </a:lvl2pPr>
            <a:lvl3pPr marL="767715" indent="0">
              <a:buNone/>
              <a:defRPr sz="1010"/>
            </a:lvl3pPr>
            <a:lvl4pPr marL="1151890" indent="0">
              <a:buNone/>
              <a:defRPr sz="840"/>
            </a:lvl4pPr>
            <a:lvl5pPr marL="1536065" indent="0">
              <a:buNone/>
              <a:defRPr sz="840"/>
            </a:lvl5pPr>
            <a:lvl6pPr marL="1920240" indent="0">
              <a:buNone/>
              <a:defRPr sz="840"/>
            </a:lvl6pPr>
            <a:lvl7pPr marL="2303780" indent="0">
              <a:buNone/>
              <a:defRPr sz="840"/>
            </a:lvl7pPr>
            <a:lvl8pPr marL="2687955" indent="0">
              <a:buNone/>
              <a:defRPr sz="840"/>
            </a:lvl8pPr>
            <a:lvl9pPr marL="3072130" indent="0">
              <a:buNone/>
              <a:defRPr sz="8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19" y="384000"/>
            <a:ext cx="3018843" cy="1344000"/>
          </a:xfrm>
        </p:spPr>
        <p:txBody>
          <a:bodyPr anchor="b"/>
          <a:lstStyle>
            <a:lvl1pPr>
              <a:defRPr sz="26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79219" y="829333"/>
            <a:ext cx="4738500" cy="4093333"/>
          </a:xfrm>
        </p:spPr>
        <p:txBody>
          <a:bodyPr/>
          <a:lstStyle>
            <a:lvl1pPr marL="0" indent="0">
              <a:buNone/>
              <a:defRPr sz="2690"/>
            </a:lvl1pPr>
            <a:lvl2pPr marL="384175" indent="0">
              <a:buNone/>
              <a:defRPr sz="2350"/>
            </a:lvl2pPr>
            <a:lvl3pPr marL="767715" indent="0">
              <a:buNone/>
              <a:defRPr sz="2015"/>
            </a:lvl3pPr>
            <a:lvl4pPr marL="1151890" indent="0">
              <a:buNone/>
              <a:defRPr sz="1680"/>
            </a:lvl4pPr>
            <a:lvl5pPr marL="1536065" indent="0">
              <a:buNone/>
              <a:defRPr sz="1680"/>
            </a:lvl5pPr>
            <a:lvl6pPr marL="1920240" indent="0">
              <a:buNone/>
              <a:defRPr sz="1680"/>
            </a:lvl6pPr>
            <a:lvl7pPr marL="2303780" indent="0">
              <a:buNone/>
              <a:defRPr sz="1680"/>
            </a:lvl7pPr>
            <a:lvl8pPr marL="2687955" indent="0">
              <a:buNone/>
              <a:defRPr sz="1680"/>
            </a:lvl8pPr>
            <a:lvl9pPr marL="3072130" indent="0">
              <a:buNone/>
              <a:defRPr sz="168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19" y="1728000"/>
            <a:ext cx="3018843" cy="3201334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5"/>
            </a:lvl2pPr>
            <a:lvl3pPr marL="767715" indent="0">
              <a:buNone/>
              <a:defRPr sz="1010"/>
            </a:lvl3pPr>
            <a:lvl4pPr marL="1151890" indent="0">
              <a:buNone/>
              <a:defRPr sz="840"/>
            </a:lvl4pPr>
            <a:lvl5pPr marL="1536065" indent="0">
              <a:buNone/>
              <a:defRPr sz="840"/>
            </a:lvl5pPr>
            <a:lvl6pPr marL="1920240" indent="0">
              <a:buNone/>
              <a:defRPr sz="840"/>
            </a:lvl6pPr>
            <a:lvl7pPr marL="2303780" indent="0">
              <a:buNone/>
              <a:defRPr sz="840"/>
            </a:lvl7pPr>
            <a:lvl8pPr marL="2687955" indent="0">
              <a:buNone/>
              <a:defRPr sz="840"/>
            </a:lvl8pPr>
            <a:lvl9pPr marL="3072130" indent="0">
              <a:buNone/>
              <a:defRPr sz="8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8250" y="306667"/>
            <a:ext cx="2018250" cy="488133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3500" y="306667"/>
            <a:ext cx="5937750" cy="488133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3500" y="306667"/>
            <a:ext cx="8073000" cy="1113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3500" y="1533333"/>
            <a:ext cx="8073000" cy="3654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3500" y="5338667"/>
            <a:ext cx="2106000" cy="30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00500" y="5338667"/>
            <a:ext cx="3159000" cy="30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10500" y="5338667"/>
            <a:ext cx="2106000" cy="30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67715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770" indent="-191770" algn="l" defTabSz="767715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29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5pPr>
      <a:lvl6pPr marL="2112010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6pPr>
      <a:lvl7pPr marL="249618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7pPr>
      <a:lvl8pPr marL="287972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8pPr>
      <a:lvl9pPr marL="3263900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1pPr>
      <a:lvl2pPr marL="38417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2pPr>
      <a:lvl3pPr marL="76771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4pPr>
      <a:lvl5pPr marL="153606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6pPr>
      <a:lvl7pPr marL="230378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7pPr>
      <a:lvl8pPr marL="268795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8pPr>
      <a:lvl9pPr marL="307213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/>
        </p:nvSpPr>
        <p:spPr>
          <a:xfrm>
            <a:off x="125730" y="732790"/>
            <a:ext cx="2447925" cy="4782185"/>
          </a:xfrm>
          <a:prstGeom prst="rect">
            <a:avLst/>
          </a:prstGeom>
          <a:solidFill>
            <a:srgbClr val="FBED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3" name="矩形 12"/>
          <p:cNvSpPr/>
          <p:nvPr/>
        </p:nvSpPr>
        <p:spPr>
          <a:xfrm>
            <a:off x="125095" y="170815"/>
            <a:ext cx="2449195" cy="56197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33375" y="1228725"/>
            <a:ext cx="2016760" cy="359410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亮度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Luminance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33375" y="1774190"/>
            <a:ext cx="2016000" cy="360000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色彩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Color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33375" y="2320290"/>
            <a:ext cx="2016000" cy="360000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空间频率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Spatio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33375" y="2849880"/>
            <a:ext cx="2016000" cy="360000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时间频率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Temporal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33375" y="3387725"/>
            <a:ext cx="2016000" cy="360000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面积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Area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34010" y="3952240"/>
            <a:ext cx="2016000" cy="360000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偏心度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Eccentricity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18440" y="4772660"/>
            <a:ext cx="2261235" cy="456565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扫视时序特征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temporal Saccade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124835" y="2721610"/>
            <a:ext cx="1471295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对比敏感度阈值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2587625" y="3015615"/>
            <a:ext cx="539115" cy="69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4602480" y="2999105"/>
            <a:ext cx="523240" cy="69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5135245" y="2708275"/>
            <a:ext cx="1556385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分辨率缩放因子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430770" y="1579245"/>
            <a:ext cx="1699260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扫视窗口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前瞻性激进降采样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411720" y="2708275"/>
            <a:ext cx="1718310" cy="57658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恢复窗口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动态平滑恢复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430770" y="3839845"/>
            <a:ext cx="1699260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稳定注视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全分辨率渲染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肘形连接符 16"/>
          <p:cNvCxnSpPr>
            <a:stCxn id="21" idx="3"/>
            <a:endCxn id="5" idx="1"/>
          </p:cNvCxnSpPr>
          <p:nvPr/>
        </p:nvCxnSpPr>
        <p:spPr>
          <a:xfrm flipV="1">
            <a:off x="6691630" y="1877060"/>
            <a:ext cx="739140" cy="11290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/>
          <p:nvPr/>
        </p:nvCxnSpPr>
        <p:spPr>
          <a:xfrm flipV="1">
            <a:off x="6691630" y="3006090"/>
            <a:ext cx="720090" cy="952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1" idx="3"/>
            <a:endCxn id="14" idx="1"/>
          </p:cNvCxnSpPr>
          <p:nvPr/>
        </p:nvCxnSpPr>
        <p:spPr>
          <a:xfrm>
            <a:off x="6691630" y="3006090"/>
            <a:ext cx="739140" cy="11315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18440" y="1038860"/>
            <a:ext cx="2261235" cy="340487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 flipV="1">
            <a:off x="1391285" y="4443730"/>
            <a:ext cx="3810" cy="3371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WPS 演示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9</cp:revision>
  <dcterms:created xsi:type="dcterms:W3CDTF">2023-08-09T12:44:00Z</dcterms:created>
  <dcterms:modified xsi:type="dcterms:W3CDTF">2026-03-04T13:26:17Z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BDDA59ECF6C74C249C57D4D035147883_12</vt:lpwstr>
  </property>
</Properties>
</file>