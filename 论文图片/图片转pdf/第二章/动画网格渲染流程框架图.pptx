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1123930" cy="32035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09" userDrawn="1">
          <p15:clr>
            <a:srgbClr val="A4A3A4"/>
          </p15:clr>
        </p15:guide>
        <p15:guide id="2" pos="350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009"/>
        <p:guide pos="350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390509" y="524428"/>
            <a:ext cx="8343052" cy="1115614"/>
          </a:xfrm>
        </p:spPr>
        <p:txBody>
          <a:bodyPr anchor="b"/>
          <a:lstStyle>
            <a:lvl1pPr algn="ctr">
              <a:defRPr sz="280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90509" y="1683065"/>
            <a:ext cx="8343052" cy="773661"/>
          </a:xfrm>
        </p:spPr>
        <p:txBody>
          <a:bodyPr/>
          <a:lstStyle>
            <a:lvl1pPr marL="0" indent="0" algn="ctr">
              <a:buNone/>
              <a:defRPr sz="1120"/>
            </a:lvl1pPr>
            <a:lvl2pPr marL="213360" indent="0" algn="ctr">
              <a:buNone/>
              <a:defRPr sz="935"/>
            </a:lvl2pPr>
            <a:lvl3pPr marL="427355" indent="0" algn="ctr">
              <a:buNone/>
              <a:defRPr sz="840"/>
            </a:lvl3pPr>
            <a:lvl4pPr marL="640715" indent="0" algn="ctr">
              <a:buNone/>
              <a:defRPr sz="750"/>
            </a:lvl4pPr>
            <a:lvl5pPr marL="854710" indent="0" algn="ctr">
              <a:buNone/>
              <a:defRPr sz="750"/>
            </a:lvl5pPr>
            <a:lvl6pPr marL="1068070" indent="0" algn="ctr">
              <a:buNone/>
              <a:defRPr sz="750"/>
            </a:lvl6pPr>
            <a:lvl7pPr marL="1281430" indent="0" algn="ctr">
              <a:buNone/>
              <a:defRPr sz="750"/>
            </a:lvl7pPr>
            <a:lvl8pPr marL="1495425" indent="0" algn="ctr">
              <a:buNone/>
              <a:defRPr sz="750"/>
            </a:lvl8pPr>
            <a:lvl9pPr marL="1708785" indent="0" algn="ctr">
              <a:buNone/>
              <a:defRPr sz="75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58986" y="798881"/>
            <a:ext cx="9594509" cy="1332951"/>
          </a:xfrm>
        </p:spPr>
        <p:txBody>
          <a:bodyPr anchor="b"/>
          <a:lstStyle>
            <a:lvl1pPr>
              <a:defRPr sz="280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58986" y="2144443"/>
            <a:ext cx="9594509" cy="700968"/>
          </a:xfrm>
        </p:spPr>
        <p:txBody>
          <a:bodyPr/>
          <a:lstStyle>
            <a:lvl1pPr marL="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1pPr>
            <a:lvl2pPr marL="213360" indent="0">
              <a:buNone/>
              <a:defRPr sz="935">
                <a:solidFill>
                  <a:schemeClr val="tx1">
                    <a:tint val="75000"/>
                  </a:schemeClr>
                </a:solidFill>
              </a:defRPr>
            </a:lvl2pPr>
            <a:lvl3pPr marL="427355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3pPr>
            <a:lvl4pPr marL="640715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4pPr>
            <a:lvl5pPr marL="85471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5pPr>
            <a:lvl6pPr marL="106807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6pPr>
            <a:lvl7pPr marL="128143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7pPr>
            <a:lvl8pPr marL="1495425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8pPr>
            <a:lvl9pPr marL="1708785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4780" y="853030"/>
            <a:ext cx="4727729" cy="203317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631560" y="853030"/>
            <a:ext cx="4727729" cy="203317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6229" y="170606"/>
            <a:ext cx="9594509" cy="619374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66229" y="785529"/>
            <a:ext cx="4706002" cy="384976"/>
          </a:xfrm>
        </p:spPr>
        <p:txBody>
          <a:bodyPr anchor="b"/>
          <a:lstStyle>
            <a:lvl1pPr marL="0" indent="0">
              <a:buNone/>
              <a:defRPr sz="1120" b="1"/>
            </a:lvl1pPr>
            <a:lvl2pPr marL="213360" indent="0">
              <a:buNone/>
              <a:defRPr sz="935" b="1"/>
            </a:lvl2pPr>
            <a:lvl3pPr marL="427355" indent="0">
              <a:buNone/>
              <a:defRPr sz="840" b="1"/>
            </a:lvl3pPr>
            <a:lvl4pPr marL="640715" indent="0">
              <a:buNone/>
              <a:defRPr sz="750" b="1"/>
            </a:lvl4pPr>
            <a:lvl5pPr marL="854710" indent="0">
              <a:buNone/>
              <a:defRPr sz="750" b="1"/>
            </a:lvl5pPr>
            <a:lvl6pPr marL="1068070" indent="0">
              <a:buNone/>
              <a:defRPr sz="750" b="1"/>
            </a:lvl6pPr>
            <a:lvl7pPr marL="1281430" indent="0">
              <a:buNone/>
              <a:defRPr sz="750" b="1"/>
            </a:lvl7pPr>
            <a:lvl8pPr marL="1495425" indent="0">
              <a:buNone/>
              <a:defRPr sz="750" b="1"/>
            </a:lvl8pPr>
            <a:lvl9pPr marL="1708785" indent="0">
              <a:buNone/>
              <a:defRPr sz="75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66229" y="1170505"/>
            <a:ext cx="4706002" cy="172163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631560" y="785529"/>
            <a:ext cx="4729178" cy="384976"/>
          </a:xfrm>
        </p:spPr>
        <p:txBody>
          <a:bodyPr anchor="b"/>
          <a:lstStyle>
            <a:lvl1pPr marL="0" indent="0">
              <a:buNone/>
              <a:defRPr sz="1120" b="1"/>
            </a:lvl1pPr>
            <a:lvl2pPr marL="213360" indent="0">
              <a:buNone/>
              <a:defRPr sz="935" b="1"/>
            </a:lvl2pPr>
            <a:lvl3pPr marL="427355" indent="0">
              <a:buNone/>
              <a:defRPr sz="840" b="1"/>
            </a:lvl3pPr>
            <a:lvl4pPr marL="640715" indent="0">
              <a:buNone/>
              <a:defRPr sz="750" b="1"/>
            </a:lvl4pPr>
            <a:lvl5pPr marL="854710" indent="0">
              <a:buNone/>
              <a:defRPr sz="750" b="1"/>
            </a:lvl5pPr>
            <a:lvl6pPr marL="1068070" indent="0">
              <a:buNone/>
              <a:defRPr sz="750" b="1"/>
            </a:lvl6pPr>
            <a:lvl7pPr marL="1281430" indent="0">
              <a:buNone/>
              <a:defRPr sz="750" b="1"/>
            </a:lvl7pPr>
            <a:lvl8pPr marL="1495425" indent="0">
              <a:buNone/>
              <a:defRPr sz="750" b="1"/>
            </a:lvl8pPr>
            <a:lvl9pPr marL="1708785" indent="0">
              <a:buNone/>
              <a:defRPr sz="75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631560" y="1170505"/>
            <a:ext cx="4729178" cy="172163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6229" y="213628"/>
            <a:ext cx="3587801" cy="747699"/>
          </a:xfrm>
        </p:spPr>
        <p:txBody>
          <a:bodyPr anchor="b"/>
          <a:lstStyle>
            <a:lvl1pPr>
              <a:defRPr sz="149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29178" y="461378"/>
            <a:ext cx="5631560" cy="2277218"/>
          </a:xfrm>
        </p:spPr>
        <p:txBody>
          <a:bodyPr/>
          <a:lstStyle>
            <a:lvl1pPr>
              <a:defRPr sz="1495"/>
            </a:lvl1pPr>
            <a:lvl2pPr>
              <a:defRPr sz="1310"/>
            </a:lvl2pPr>
            <a:lvl3pPr>
              <a:defRPr sz="1120"/>
            </a:lvl3pPr>
            <a:lvl4pPr>
              <a:defRPr sz="935"/>
            </a:lvl4pPr>
            <a:lvl5pPr>
              <a:defRPr sz="935"/>
            </a:lvl5pPr>
            <a:lvl6pPr>
              <a:defRPr sz="935"/>
            </a:lvl6pPr>
            <a:lvl7pPr>
              <a:defRPr sz="935"/>
            </a:lvl7pPr>
            <a:lvl8pPr>
              <a:defRPr sz="935"/>
            </a:lvl8pPr>
            <a:lvl9pPr>
              <a:defRPr sz="93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6229" y="961327"/>
            <a:ext cx="3587801" cy="1780978"/>
          </a:xfrm>
        </p:spPr>
        <p:txBody>
          <a:bodyPr/>
          <a:lstStyle>
            <a:lvl1pPr marL="0" indent="0">
              <a:buNone/>
              <a:defRPr sz="750"/>
            </a:lvl1pPr>
            <a:lvl2pPr marL="213360" indent="0">
              <a:buNone/>
              <a:defRPr sz="655"/>
            </a:lvl2pPr>
            <a:lvl3pPr marL="427355" indent="0">
              <a:buNone/>
              <a:defRPr sz="560"/>
            </a:lvl3pPr>
            <a:lvl4pPr marL="640715" indent="0">
              <a:buNone/>
              <a:defRPr sz="465"/>
            </a:lvl4pPr>
            <a:lvl5pPr marL="854710" indent="0">
              <a:buNone/>
              <a:defRPr sz="465"/>
            </a:lvl5pPr>
            <a:lvl6pPr marL="1068070" indent="0">
              <a:buNone/>
              <a:defRPr sz="465"/>
            </a:lvl6pPr>
            <a:lvl7pPr marL="1281430" indent="0">
              <a:buNone/>
              <a:defRPr sz="465"/>
            </a:lvl7pPr>
            <a:lvl8pPr marL="1495425" indent="0">
              <a:buNone/>
              <a:defRPr sz="465"/>
            </a:lvl8pPr>
            <a:lvl9pPr marL="1708785" indent="0">
              <a:buNone/>
              <a:defRPr sz="46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6229" y="213628"/>
            <a:ext cx="3587801" cy="747699"/>
          </a:xfrm>
        </p:spPr>
        <p:txBody>
          <a:bodyPr anchor="b"/>
          <a:lstStyle>
            <a:lvl1pPr>
              <a:defRPr sz="149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729178" y="461378"/>
            <a:ext cx="5631560" cy="2277218"/>
          </a:xfrm>
        </p:spPr>
        <p:txBody>
          <a:bodyPr/>
          <a:lstStyle>
            <a:lvl1pPr marL="0" indent="0">
              <a:buNone/>
              <a:defRPr sz="1495"/>
            </a:lvl1pPr>
            <a:lvl2pPr marL="213360" indent="0">
              <a:buNone/>
              <a:defRPr sz="1310"/>
            </a:lvl2pPr>
            <a:lvl3pPr marL="427355" indent="0">
              <a:buNone/>
              <a:defRPr sz="1120"/>
            </a:lvl3pPr>
            <a:lvl4pPr marL="640715" indent="0">
              <a:buNone/>
              <a:defRPr sz="935"/>
            </a:lvl4pPr>
            <a:lvl5pPr marL="854710" indent="0">
              <a:buNone/>
              <a:defRPr sz="935"/>
            </a:lvl5pPr>
            <a:lvl6pPr marL="1068070" indent="0">
              <a:buNone/>
              <a:defRPr sz="935"/>
            </a:lvl6pPr>
            <a:lvl7pPr marL="1281430" indent="0">
              <a:buNone/>
              <a:defRPr sz="935"/>
            </a:lvl7pPr>
            <a:lvl8pPr marL="1495425" indent="0">
              <a:buNone/>
              <a:defRPr sz="935"/>
            </a:lvl8pPr>
            <a:lvl9pPr marL="1708785" indent="0">
              <a:buNone/>
              <a:defRPr sz="935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6229" y="961327"/>
            <a:ext cx="3587801" cy="1780978"/>
          </a:xfrm>
        </p:spPr>
        <p:txBody>
          <a:bodyPr/>
          <a:lstStyle>
            <a:lvl1pPr marL="0" indent="0">
              <a:buNone/>
              <a:defRPr sz="750"/>
            </a:lvl1pPr>
            <a:lvl2pPr marL="213360" indent="0">
              <a:buNone/>
              <a:defRPr sz="655"/>
            </a:lvl2pPr>
            <a:lvl3pPr marL="427355" indent="0">
              <a:buNone/>
              <a:defRPr sz="560"/>
            </a:lvl3pPr>
            <a:lvl4pPr marL="640715" indent="0">
              <a:buNone/>
              <a:defRPr sz="465"/>
            </a:lvl4pPr>
            <a:lvl5pPr marL="854710" indent="0">
              <a:buNone/>
              <a:defRPr sz="465"/>
            </a:lvl5pPr>
            <a:lvl6pPr marL="1068070" indent="0">
              <a:buNone/>
              <a:defRPr sz="465"/>
            </a:lvl6pPr>
            <a:lvl7pPr marL="1281430" indent="0">
              <a:buNone/>
              <a:defRPr sz="465"/>
            </a:lvl7pPr>
            <a:lvl8pPr marL="1495425" indent="0">
              <a:buNone/>
              <a:defRPr sz="465"/>
            </a:lvl8pPr>
            <a:lvl9pPr marL="1708785" indent="0">
              <a:buNone/>
              <a:defRPr sz="46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960662" y="170606"/>
            <a:ext cx="2398627" cy="2715602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64780" y="170606"/>
            <a:ext cx="7056831" cy="2715602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64780" y="170606"/>
            <a:ext cx="9594509" cy="6193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64780" y="853030"/>
            <a:ext cx="9594509" cy="20331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764780" y="2970027"/>
            <a:ext cx="2502916" cy="17060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684848" y="2970027"/>
            <a:ext cx="3754373" cy="17060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56374" y="2970027"/>
            <a:ext cx="2502916" cy="17060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27355" rtl="0" eaLnBrk="1" latinLnBrk="0" hangingPunct="1">
        <a:lnSpc>
          <a:spcPct val="90000"/>
        </a:lnSpc>
        <a:spcBef>
          <a:spcPct val="0"/>
        </a:spcBef>
        <a:buNone/>
        <a:defRPr sz="20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6680" indent="-106680" algn="l" defTabSz="427355" rtl="0" eaLnBrk="1" latinLnBrk="0" hangingPunct="1">
        <a:lnSpc>
          <a:spcPct val="90000"/>
        </a:lnSpc>
        <a:spcBef>
          <a:spcPts val="465"/>
        </a:spcBef>
        <a:buFont typeface="Arial" panose="020B0604020202020204" pitchFamily="34" charset="0"/>
        <a:buChar char="•"/>
        <a:defRPr sz="1310" kern="1200">
          <a:solidFill>
            <a:schemeClr val="tx1"/>
          </a:solidFill>
          <a:latin typeface="+mn-lt"/>
          <a:ea typeface="+mn-ea"/>
          <a:cs typeface="+mn-cs"/>
        </a:defRPr>
      </a:lvl1pPr>
      <a:lvl2pPr marL="320675" indent="-106680" algn="l" defTabSz="427355" rtl="0" eaLnBrk="1" latinLnBrk="0" hangingPunct="1">
        <a:lnSpc>
          <a:spcPct val="90000"/>
        </a:lnSpc>
        <a:spcBef>
          <a:spcPct val="47000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2pPr>
      <a:lvl3pPr marL="534035" indent="-106680" algn="l" defTabSz="427355" rtl="0" eaLnBrk="1" latinLnBrk="0" hangingPunct="1">
        <a:lnSpc>
          <a:spcPct val="90000"/>
        </a:lnSpc>
        <a:spcBef>
          <a:spcPct val="47000"/>
        </a:spcBef>
        <a:buFont typeface="Arial" panose="020B0604020202020204" pitchFamily="34" charset="0"/>
        <a:buChar char="•"/>
        <a:defRPr sz="935" kern="1200">
          <a:solidFill>
            <a:schemeClr val="tx1"/>
          </a:solidFill>
          <a:latin typeface="+mn-lt"/>
          <a:ea typeface="+mn-ea"/>
          <a:cs typeface="+mn-cs"/>
        </a:defRPr>
      </a:lvl3pPr>
      <a:lvl4pPr marL="747395" indent="-106680" algn="l" defTabSz="427355" rtl="0" eaLnBrk="1" latinLnBrk="0" hangingPunct="1">
        <a:lnSpc>
          <a:spcPct val="90000"/>
        </a:lnSpc>
        <a:spcBef>
          <a:spcPct val="4700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4pPr>
      <a:lvl5pPr marL="961390" indent="-106680" algn="l" defTabSz="427355" rtl="0" eaLnBrk="1" latinLnBrk="0" hangingPunct="1">
        <a:lnSpc>
          <a:spcPct val="90000"/>
        </a:lnSpc>
        <a:spcBef>
          <a:spcPct val="4700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5pPr>
      <a:lvl6pPr marL="1174750" indent="-106680" algn="l" defTabSz="427355" rtl="0" eaLnBrk="1" latinLnBrk="0" hangingPunct="1">
        <a:lnSpc>
          <a:spcPct val="90000"/>
        </a:lnSpc>
        <a:spcBef>
          <a:spcPct val="4700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6pPr>
      <a:lvl7pPr marL="1388110" indent="-106680" algn="l" defTabSz="427355" rtl="0" eaLnBrk="1" latinLnBrk="0" hangingPunct="1">
        <a:lnSpc>
          <a:spcPct val="90000"/>
        </a:lnSpc>
        <a:spcBef>
          <a:spcPct val="4700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7pPr>
      <a:lvl8pPr marL="1602105" indent="-106680" algn="l" defTabSz="427355" rtl="0" eaLnBrk="1" latinLnBrk="0" hangingPunct="1">
        <a:lnSpc>
          <a:spcPct val="90000"/>
        </a:lnSpc>
        <a:spcBef>
          <a:spcPct val="4700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8pPr>
      <a:lvl9pPr marL="1815465" indent="-106680" algn="l" defTabSz="427355" rtl="0" eaLnBrk="1" latinLnBrk="0" hangingPunct="1">
        <a:lnSpc>
          <a:spcPct val="90000"/>
        </a:lnSpc>
        <a:spcBef>
          <a:spcPct val="4700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27355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1pPr>
      <a:lvl2pPr marL="213360" algn="l" defTabSz="427355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2pPr>
      <a:lvl3pPr marL="427355" algn="l" defTabSz="427355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3pPr>
      <a:lvl4pPr marL="640715" algn="l" defTabSz="427355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4pPr>
      <a:lvl5pPr marL="854710" algn="l" defTabSz="427355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5pPr>
      <a:lvl6pPr marL="1068070" algn="l" defTabSz="427355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6pPr>
      <a:lvl7pPr marL="1281430" algn="l" defTabSz="427355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7pPr>
      <a:lvl8pPr marL="1495425" algn="l" defTabSz="427355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8pPr>
      <a:lvl9pPr marL="1708785" algn="l" defTabSz="427355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86" name="组合 85"/>
          <p:cNvGrpSpPr/>
          <p:nvPr/>
        </p:nvGrpSpPr>
        <p:grpSpPr>
          <a:xfrm>
            <a:off x="80010" y="-29845"/>
            <a:ext cx="11107489" cy="3188990"/>
            <a:chOff x="471" y="2028"/>
            <a:chExt cx="17492" cy="5022"/>
          </a:xfrm>
        </p:grpSpPr>
        <p:sp>
          <p:nvSpPr>
            <p:cNvPr id="32" name="矩形 31"/>
            <p:cNvSpPr/>
            <p:nvPr/>
          </p:nvSpPr>
          <p:spPr>
            <a:xfrm>
              <a:off x="10988" y="3495"/>
              <a:ext cx="3139" cy="3555"/>
            </a:xfrm>
            <a:prstGeom prst="rect">
              <a:avLst/>
            </a:prstGeom>
            <a:solidFill>
              <a:srgbClr val="E6F1E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600"/>
            </a:p>
          </p:txBody>
        </p:sp>
        <p:sp>
          <p:nvSpPr>
            <p:cNvPr id="27" name="矩形 26"/>
            <p:cNvSpPr/>
            <p:nvPr/>
          </p:nvSpPr>
          <p:spPr>
            <a:xfrm>
              <a:off x="5708" y="3487"/>
              <a:ext cx="3083" cy="3555"/>
            </a:xfrm>
            <a:prstGeom prst="rect">
              <a:avLst/>
            </a:prstGeom>
            <a:solidFill>
              <a:srgbClr val="FBEDE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600"/>
            </a:p>
          </p:txBody>
        </p:sp>
        <p:sp>
          <p:nvSpPr>
            <p:cNvPr id="5" name="矩形 4"/>
            <p:cNvSpPr/>
            <p:nvPr/>
          </p:nvSpPr>
          <p:spPr>
            <a:xfrm>
              <a:off x="471" y="3490"/>
              <a:ext cx="3082" cy="3554"/>
            </a:xfrm>
            <a:prstGeom prst="rect">
              <a:avLst/>
            </a:prstGeom>
            <a:solidFill>
              <a:srgbClr val="E5EF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600"/>
            </a:p>
          </p:txBody>
        </p:sp>
        <p:sp>
          <p:nvSpPr>
            <p:cNvPr id="9" name="矩形 8"/>
            <p:cNvSpPr/>
            <p:nvPr/>
          </p:nvSpPr>
          <p:spPr>
            <a:xfrm>
              <a:off x="776" y="4247"/>
              <a:ext cx="2459" cy="518"/>
            </a:xfrm>
            <a:prstGeom prst="rect">
              <a:avLst/>
            </a:prstGeom>
            <a:solidFill>
              <a:srgbClr val="BBD6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对象定义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6020" y="4244"/>
              <a:ext cx="2459" cy="518"/>
            </a:xfrm>
            <a:prstGeom prst="rect">
              <a:avLst/>
            </a:prstGeom>
            <a:solidFill>
              <a:srgbClr val="F7CAA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顶点着色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11378" y="4230"/>
              <a:ext cx="2459" cy="494"/>
            </a:xfrm>
            <a:prstGeom prst="rect">
              <a:avLst/>
            </a:prstGeom>
            <a:solidFill>
              <a:srgbClr val="C5DFB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片段转化</a:t>
              </a:r>
              <a:endParaRPr lang="zh-CN" altLang="en-US" sz="16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1287" y="3582"/>
              <a:ext cx="167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应用阶段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776" y="4947"/>
              <a:ext cx="2459" cy="518"/>
            </a:xfrm>
            <a:prstGeom prst="rect">
              <a:avLst/>
            </a:prstGeom>
            <a:solidFill>
              <a:srgbClr val="BBD6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对象处理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776" y="5665"/>
              <a:ext cx="2459" cy="518"/>
            </a:xfrm>
            <a:prstGeom prst="rect">
              <a:avLst/>
            </a:prstGeom>
            <a:solidFill>
              <a:srgbClr val="BBD6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对象处理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516" y="6347"/>
              <a:ext cx="167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……</a:t>
              </a:r>
              <a:endParaRPr lang="en-US" altLang="zh-CN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18" name="矩形 17"/>
            <p:cNvSpPr/>
            <p:nvPr/>
          </p:nvSpPr>
          <p:spPr>
            <a:xfrm>
              <a:off x="6020" y="4944"/>
              <a:ext cx="2459" cy="518"/>
            </a:xfrm>
            <a:prstGeom prst="rect">
              <a:avLst/>
            </a:prstGeom>
            <a:solidFill>
              <a:srgbClr val="F7CAA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几何着色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>
              <a:off x="6020" y="5668"/>
              <a:ext cx="2459" cy="518"/>
            </a:xfrm>
            <a:prstGeom prst="rect">
              <a:avLst/>
            </a:prstGeom>
            <a:solidFill>
              <a:srgbClr val="F7CAA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裁剪投影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802" y="6316"/>
              <a:ext cx="167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……</a:t>
              </a:r>
              <a:endParaRPr lang="en-US" altLang="zh-CN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>
              <a:off x="11378" y="4924"/>
              <a:ext cx="2459" cy="494"/>
            </a:xfrm>
            <a:prstGeom prst="rect">
              <a:avLst/>
            </a:prstGeom>
            <a:solidFill>
              <a:srgbClr val="C5DFB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像素着色</a:t>
              </a:r>
              <a:endParaRPr lang="zh-CN" altLang="en-US" sz="16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31" name="矩形 30"/>
            <p:cNvSpPr/>
            <p:nvPr/>
          </p:nvSpPr>
          <p:spPr>
            <a:xfrm>
              <a:off x="11378" y="5661"/>
              <a:ext cx="2459" cy="494"/>
            </a:xfrm>
            <a:prstGeom prst="rect">
              <a:avLst/>
            </a:prstGeom>
            <a:solidFill>
              <a:srgbClr val="C5DFB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深度测试</a:t>
              </a:r>
              <a:endParaRPr lang="zh-CN" altLang="en-US" sz="16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33" name="文本框 32"/>
            <p:cNvSpPr txBox="1"/>
            <p:nvPr/>
          </p:nvSpPr>
          <p:spPr>
            <a:xfrm>
              <a:off x="12160" y="6303"/>
              <a:ext cx="167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……</a:t>
              </a:r>
              <a:endParaRPr lang="en-US" altLang="zh-CN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cxnSp>
          <p:nvCxnSpPr>
            <p:cNvPr id="35" name="直接箭头连接符 34"/>
            <p:cNvCxnSpPr>
              <a:stCxn id="5" idx="3"/>
              <a:endCxn id="27" idx="1"/>
            </p:cNvCxnSpPr>
            <p:nvPr/>
          </p:nvCxnSpPr>
          <p:spPr>
            <a:xfrm flipV="1">
              <a:off x="3553" y="5265"/>
              <a:ext cx="2155" cy="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6" name="直接箭头连接符 35"/>
            <p:cNvCxnSpPr/>
            <p:nvPr/>
          </p:nvCxnSpPr>
          <p:spPr>
            <a:xfrm>
              <a:off x="8812" y="5265"/>
              <a:ext cx="2155" cy="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3" name="文本框 42"/>
            <p:cNvSpPr txBox="1"/>
            <p:nvPr/>
          </p:nvSpPr>
          <p:spPr>
            <a:xfrm>
              <a:off x="6567" y="3626"/>
              <a:ext cx="167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几何阶段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11749" y="3653"/>
              <a:ext cx="2228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光栅化阶段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cxnSp>
          <p:nvCxnSpPr>
            <p:cNvPr id="52" name="肘形连接符 51"/>
            <p:cNvCxnSpPr>
              <a:stCxn id="5" idx="0"/>
            </p:cNvCxnSpPr>
            <p:nvPr/>
          </p:nvCxnSpPr>
          <p:spPr>
            <a:xfrm rot="16200000" flipH="1">
              <a:off x="4266" y="1236"/>
              <a:ext cx="5" cy="4513"/>
            </a:xfrm>
            <a:prstGeom prst="bentConnector3">
              <a:avLst>
                <a:gd name="adj1" fmla="val -18210000"/>
              </a:avLst>
            </a:prstGeom>
            <a:ln w="12700" cap="flat" cmpd="sng" algn="ctr">
              <a:solidFill>
                <a:schemeClr val="tx1"/>
              </a:solidFill>
              <a:prstDash val="dash"/>
              <a:miter lim="800000"/>
              <a:headEnd type="none"/>
              <a:tailEnd type="triangle" w="med" len="med"/>
            </a:ln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2" name="肘形连接符 61"/>
            <p:cNvCxnSpPr/>
            <p:nvPr/>
          </p:nvCxnSpPr>
          <p:spPr>
            <a:xfrm rot="16200000" flipH="1">
              <a:off x="10308" y="1209"/>
              <a:ext cx="5" cy="4513"/>
            </a:xfrm>
            <a:prstGeom prst="bentConnector3">
              <a:avLst>
                <a:gd name="adj1" fmla="val -18210000"/>
              </a:avLst>
            </a:prstGeom>
            <a:ln w="12700" cap="flat" cmpd="sng" algn="ctr">
              <a:solidFill>
                <a:schemeClr val="tx1"/>
              </a:solidFill>
              <a:prstDash val="dash"/>
              <a:miter lim="800000"/>
              <a:headEnd type="none"/>
              <a:tailEnd type="triangle" w="med" len="med"/>
            </a:ln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66" name="文本框 65"/>
            <p:cNvSpPr txBox="1"/>
            <p:nvPr/>
          </p:nvSpPr>
          <p:spPr>
            <a:xfrm>
              <a:off x="3360" y="2028"/>
              <a:ext cx="249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输出渲染单元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8812" y="2085"/>
              <a:ext cx="4124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输出屏幕空间顶点信息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cxnSp>
          <p:nvCxnSpPr>
            <p:cNvPr id="81" name="直接箭头连接符 80"/>
            <p:cNvCxnSpPr/>
            <p:nvPr/>
          </p:nvCxnSpPr>
          <p:spPr>
            <a:xfrm>
              <a:off x="14148" y="5041"/>
              <a:ext cx="1600" cy="1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83" name="文本框 82"/>
            <p:cNvSpPr txBox="1"/>
            <p:nvPr/>
          </p:nvSpPr>
          <p:spPr>
            <a:xfrm>
              <a:off x="15522" y="4542"/>
              <a:ext cx="2441" cy="93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像素数据写入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帧缓冲区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</Words>
  <Application>WPS 演示</Application>
  <PresentationFormat>宽屏</PresentationFormat>
  <Paragraphs>37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Arial Unicode MS</vt:lpstr>
      <vt:lpstr>Calibri</vt:lpstr>
      <vt:lpstr>微软雅黑</vt:lpstr>
      <vt:lpstr>Times New Roman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山长水远.</cp:lastModifiedBy>
  <cp:revision>6</cp:revision>
  <dcterms:created xsi:type="dcterms:W3CDTF">2023-08-09T12:44:00Z</dcterms:created>
  <dcterms:modified xsi:type="dcterms:W3CDTF">2026-02-04T13:03:49Z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ED8A2234D1F74B25AD205DB5C49E6767_12</vt:lpwstr>
  </property>
</Properties>
</file>