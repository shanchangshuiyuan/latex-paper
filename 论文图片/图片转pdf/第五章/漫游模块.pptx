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" name="组合 4"/>
          <p:cNvGrpSpPr/>
          <p:nvPr/>
        </p:nvGrpSpPr>
        <p:grpSpPr>
          <a:xfrm>
            <a:off x="2728595" y="890905"/>
            <a:ext cx="5436870" cy="4023360"/>
            <a:chOff x="4297" y="1403"/>
            <a:chExt cx="8562" cy="6336"/>
          </a:xfrm>
        </p:grpSpPr>
        <p:sp>
          <p:nvSpPr>
            <p:cNvPr id="36" name="圆角矩形 35"/>
            <p:cNvSpPr/>
            <p:nvPr/>
          </p:nvSpPr>
          <p:spPr>
            <a:xfrm>
              <a:off x="7151" y="1403"/>
              <a:ext cx="2854" cy="830"/>
            </a:xfrm>
            <a:prstGeom prst="roundRect">
              <a:avLst>
                <a:gd name="adj" fmla="val 5430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sz="1400" b="1">
                  <a:latin typeface="宋体" panose="02010600030101010101" pitchFamily="2" charset="-122"/>
                  <a:ea typeface="宋体" panose="02010600030101010101" pitchFamily="2" charset="-122"/>
                </a:rPr>
                <a:t>漫游模块</a:t>
              </a:r>
              <a:endParaRPr lang="zh-CN" sz="1400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" name="圆角矩形 3"/>
            <p:cNvSpPr/>
            <p:nvPr/>
          </p:nvSpPr>
          <p:spPr>
            <a:xfrm>
              <a:off x="4297" y="3208"/>
              <a:ext cx="2854" cy="830"/>
            </a:xfrm>
            <a:prstGeom prst="roundRect">
              <a:avLst>
                <a:gd name="adj" fmla="val 5430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altLang="en-US" sz="1400" b="1">
                  <a:latin typeface="宋体" panose="02010600030101010101" pitchFamily="2" charset="-122"/>
                  <a:ea typeface="宋体" panose="02010600030101010101" pitchFamily="2" charset="-122"/>
                </a:rPr>
                <a:t>桌面端非沉浸式交互</a:t>
              </a:r>
              <a:endParaRPr lang="zh-CN" altLang="en-US" sz="1400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10005" y="3208"/>
              <a:ext cx="2854" cy="830"/>
            </a:xfrm>
            <a:prstGeom prst="roundRect">
              <a:avLst>
                <a:gd name="adj" fmla="val 5430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zh-CN" sz="1400" b="1">
                  <a:latin typeface="宋体" panose="02010600030101010101" pitchFamily="2" charset="-122"/>
                  <a:ea typeface="宋体" panose="02010600030101010101" pitchFamily="2" charset="-122"/>
                </a:rPr>
                <a:t>VR </a:t>
              </a:r>
              <a:r>
                <a:rPr lang="zh-CN" altLang="en-US" sz="1400" b="1">
                  <a:latin typeface="宋体" panose="02010600030101010101" pitchFamily="2" charset="-122"/>
                  <a:ea typeface="宋体" panose="02010600030101010101" pitchFamily="2" charset="-122"/>
                </a:rPr>
                <a:t>端沉浸式漫游</a:t>
              </a:r>
              <a:endParaRPr lang="zh-CN" altLang="en-US" sz="1400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8" name="肘形连接符 7"/>
            <p:cNvCxnSpPr>
              <a:stCxn id="36" idx="2"/>
              <a:endCxn id="4" idx="0"/>
            </p:cNvCxnSpPr>
            <p:nvPr/>
          </p:nvCxnSpPr>
          <p:spPr>
            <a:xfrm rot="5400000">
              <a:off x="6664" y="1293"/>
              <a:ext cx="975" cy="2854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" name="肘形连接符 8"/>
            <p:cNvCxnSpPr>
              <a:stCxn id="36" idx="2"/>
              <a:endCxn id="6" idx="0"/>
            </p:cNvCxnSpPr>
            <p:nvPr/>
          </p:nvCxnSpPr>
          <p:spPr>
            <a:xfrm rot="5400000" flipV="1">
              <a:off x="9518" y="1293"/>
              <a:ext cx="975" cy="2854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" name="圆角矩形 9"/>
            <p:cNvSpPr/>
            <p:nvPr/>
          </p:nvSpPr>
          <p:spPr>
            <a:xfrm>
              <a:off x="4477" y="4885"/>
              <a:ext cx="801" cy="2855"/>
            </a:xfrm>
            <a:prstGeom prst="roundRect">
              <a:avLst>
                <a:gd name="adj" fmla="val 5430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sz="1400" b="1">
                  <a:latin typeface="宋体" panose="02010600030101010101" pitchFamily="2" charset="-122"/>
                  <a:ea typeface="宋体" panose="02010600030101010101" pitchFamily="2" charset="-122"/>
                </a:rPr>
                <a:t>鼠标</a:t>
              </a:r>
              <a:endParaRPr lang="zh-CN" sz="1400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6087" y="4885"/>
              <a:ext cx="801" cy="2855"/>
            </a:xfrm>
            <a:prstGeom prst="roundRect">
              <a:avLst>
                <a:gd name="adj" fmla="val 5430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sz="1400" b="1">
                  <a:latin typeface="宋体" panose="02010600030101010101" pitchFamily="2" charset="-122"/>
                  <a:ea typeface="宋体" panose="02010600030101010101" pitchFamily="2" charset="-122"/>
                </a:rPr>
                <a:t>键盘</a:t>
              </a:r>
              <a:endParaRPr lang="zh-CN" sz="1400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2" name="肘形连接符 11"/>
            <p:cNvCxnSpPr>
              <a:endCxn id="11" idx="0"/>
            </p:cNvCxnSpPr>
            <p:nvPr/>
          </p:nvCxnSpPr>
          <p:spPr>
            <a:xfrm rot="5400000" flipV="1">
              <a:off x="5683" y="4079"/>
              <a:ext cx="847" cy="763"/>
            </a:xfrm>
            <a:prstGeom prst="bentConnector3">
              <a:avLst>
                <a:gd name="adj1" fmla="val 50059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" name="肘形连接符 12"/>
            <p:cNvCxnSpPr>
              <a:endCxn id="10" idx="0"/>
            </p:cNvCxnSpPr>
            <p:nvPr/>
          </p:nvCxnSpPr>
          <p:spPr>
            <a:xfrm rot="5400000">
              <a:off x="4878" y="4038"/>
              <a:ext cx="847" cy="847"/>
            </a:xfrm>
            <a:prstGeom prst="bentConnector3">
              <a:avLst>
                <a:gd name="adj1" fmla="val 50059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7" name="圆角矩形 26"/>
            <p:cNvSpPr/>
            <p:nvPr/>
          </p:nvSpPr>
          <p:spPr>
            <a:xfrm>
              <a:off x="10202" y="4839"/>
              <a:ext cx="801" cy="2855"/>
            </a:xfrm>
            <a:prstGeom prst="roundRect">
              <a:avLst>
                <a:gd name="adj" fmla="val 5430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sz="1400" b="1">
                  <a:latin typeface="宋体" panose="02010600030101010101" pitchFamily="2" charset="-122"/>
                  <a:ea typeface="宋体" panose="02010600030101010101" pitchFamily="2" charset="-122"/>
                </a:rPr>
                <a:t>注视点渲染模块</a:t>
              </a:r>
              <a:endParaRPr lang="zh-CN" sz="1400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8" name="圆角矩形 27"/>
            <p:cNvSpPr/>
            <p:nvPr/>
          </p:nvSpPr>
          <p:spPr>
            <a:xfrm>
              <a:off x="11838" y="4854"/>
              <a:ext cx="801" cy="2855"/>
            </a:xfrm>
            <a:prstGeom prst="roundRect">
              <a:avLst>
                <a:gd name="adj" fmla="val 5430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sz="1400" b="1">
                  <a:latin typeface="宋体" panose="02010600030101010101" pitchFamily="2" charset="-122"/>
                  <a:ea typeface="宋体" panose="02010600030101010101" pitchFamily="2" charset="-122"/>
                </a:rPr>
                <a:t>动态</a:t>
              </a:r>
              <a:endParaRPr lang="zh-CN" sz="1400" b="1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en-US" altLang="zh-CN" sz="1400" b="1">
                  <a:latin typeface="宋体" panose="02010600030101010101" pitchFamily="2" charset="-122"/>
                  <a:ea typeface="宋体" panose="02010600030101010101" pitchFamily="2" charset="-122"/>
                </a:rPr>
                <a:t>L</a:t>
              </a:r>
              <a:endParaRPr lang="en-US" altLang="zh-CN" sz="1400" b="1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en-US" altLang="zh-CN" sz="1400" b="1">
                  <a:latin typeface="宋体" panose="02010600030101010101" pitchFamily="2" charset="-122"/>
                  <a:ea typeface="宋体" panose="02010600030101010101" pitchFamily="2" charset="-122"/>
                </a:rPr>
                <a:t>O</a:t>
              </a:r>
              <a:endParaRPr lang="en-US" altLang="zh-CN" sz="1400" b="1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en-US" altLang="zh-CN" sz="1400" b="1">
                  <a:latin typeface="宋体" panose="02010600030101010101" pitchFamily="2" charset="-122"/>
                  <a:ea typeface="宋体" panose="02010600030101010101" pitchFamily="2" charset="-122"/>
                </a:rPr>
                <a:t>D</a:t>
              </a:r>
              <a:endParaRPr lang="en-US" altLang="zh-CN" sz="1400" b="1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1400" b="1">
                  <a:latin typeface="宋体" panose="02010600030101010101" pitchFamily="2" charset="-122"/>
                  <a:ea typeface="宋体" panose="02010600030101010101" pitchFamily="2" charset="-122"/>
                </a:rPr>
                <a:t>模块</a:t>
              </a:r>
              <a:endParaRPr lang="zh-CN" altLang="en-US" sz="1400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30" name="肘形连接符 29"/>
            <p:cNvCxnSpPr/>
            <p:nvPr/>
          </p:nvCxnSpPr>
          <p:spPr>
            <a:xfrm rot="5400000">
              <a:off x="10586" y="4007"/>
              <a:ext cx="847" cy="847"/>
            </a:xfrm>
            <a:prstGeom prst="bentConnector3">
              <a:avLst>
                <a:gd name="adj1" fmla="val 50059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1" name="肘形连接符 30"/>
            <p:cNvCxnSpPr/>
            <p:nvPr/>
          </p:nvCxnSpPr>
          <p:spPr>
            <a:xfrm rot="5400000" flipV="1">
              <a:off x="11391" y="4050"/>
              <a:ext cx="847" cy="763"/>
            </a:xfrm>
            <a:prstGeom prst="bentConnector3">
              <a:avLst>
                <a:gd name="adj1" fmla="val 50059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WPS 演示</Application>
  <PresentationFormat>宽屏</PresentationFormat>
  <Paragraphs>18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山长水远.</cp:lastModifiedBy>
  <cp:revision>5</cp:revision>
  <dcterms:created xsi:type="dcterms:W3CDTF">2023-08-09T12:44:00Z</dcterms:created>
  <dcterms:modified xsi:type="dcterms:W3CDTF">2026-03-07T14:27:51Z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BDA0B26EF6D349CF94B762A7C630B352_12</vt:lpwstr>
  </property>
</Properties>
</file>