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6119495" cy="431990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4" userDrawn="1">
          <p15:clr>
            <a:srgbClr val="A4A3A4"/>
          </p15:clr>
        </p15:guide>
        <p15:guide id="2" pos="19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324"/>
        <p:guide pos="19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5000" y="707000"/>
            <a:ext cx="4590000" cy="1504000"/>
          </a:xfrm>
        </p:spPr>
        <p:txBody>
          <a:bodyPr anchor="b"/>
          <a:lstStyle>
            <a:lvl1pPr algn="ctr">
              <a:defRPr sz="37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65000" y="2269000"/>
            <a:ext cx="4590000" cy="1043000"/>
          </a:xfrm>
        </p:spPr>
        <p:txBody>
          <a:bodyPr/>
          <a:lstStyle>
            <a:lvl1pPr marL="0" indent="0" algn="ctr">
              <a:buNone/>
              <a:defRPr sz="1510"/>
            </a:lvl1pPr>
            <a:lvl2pPr marL="288290" indent="0" algn="ctr">
              <a:buNone/>
              <a:defRPr sz="1260"/>
            </a:lvl2pPr>
            <a:lvl3pPr marL="575945" indent="0" algn="ctr">
              <a:buNone/>
              <a:defRPr sz="1135"/>
            </a:lvl3pPr>
            <a:lvl4pPr marL="864235" indent="0" algn="ctr">
              <a:buNone/>
              <a:defRPr sz="1010"/>
            </a:lvl4pPr>
            <a:lvl5pPr marL="1151890" indent="0" algn="ctr">
              <a:buNone/>
              <a:defRPr sz="1010"/>
            </a:lvl5pPr>
            <a:lvl6pPr marL="1440180" indent="0" algn="ctr">
              <a:buNone/>
              <a:defRPr sz="1010"/>
            </a:lvl6pPr>
            <a:lvl7pPr marL="1727835" indent="0" algn="ctr">
              <a:buNone/>
              <a:defRPr sz="1010"/>
            </a:lvl7pPr>
            <a:lvl8pPr marL="2016125" indent="0" algn="ctr">
              <a:buNone/>
              <a:defRPr sz="1010"/>
            </a:lvl8pPr>
            <a:lvl9pPr marL="2303780" indent="0" algn="ctr">
              <a:buNone/>
              <a:defRPr sz="101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7562" y="1077000"/>
            <a:ext cx="5278500" cy="1797000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17562" y="2891000"/>
            <a:ext cx="5278500" cy="945000"/>
          </a:xfrm>
        </p:spPr>
        <p:txBody>
          <a:bodyPr/>
          <a:lstStyle>
            <a:lvl1pPr marL="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1pPr>
            <a:lvl2pPr marL="2882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45" indent="0">
              <a:buNone/>
              <a:defRPr sz="1135">
                <a:solidFill>
                  <a:schemeClr val="tx1">
                    <a:tint val="75000"/>
                  </a:schemeClr>
                </a:solidFill>
              </a:defRPr>
            </a:lvl3pPr>
            <a:lvl4pPr marL="864235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4pPr>
            <a:lvl5pPr marL="1151890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5pPr>
            <a:lvl6pPr marL="1440180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6pPr>
            <a:lvl7pPr marL="1727835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7pPr>
            <a:lvl8pPr marL="2016125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8pPr>
            <a:lvl9pPr marL="2303780" indent="0">
              <a:buNone/>
              <a:defRPr sz="10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0750" y="1150000"/>
            <a:ext cx="2601000" cy="2741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098250" y="1150000"/>
            <a:ext cx="2601000" cy="2741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1547" y="230000"/>
            <a:ext cx="5278500" cy="83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1547" y="1059000"/>
            <a:ext cx="2589047" cy="519000"/>
          </a:xfrm>
        </p:spPr>
        <p:txBody>
          <a:bodyPr anchor="b"/>
          <a:lstStyle>
            <a:lvl1pPr marL="0" indent="0">
              <a:buNone/>
              <a:defRPr sz="1510" b="1"/>
            </a:lvl1pPr>
            <a:lvl2pPr marL="288290" indent="0">
              <a:buNone/>
              <a:defRPr sz="1260" b="1"/>
            </a:lvl2pPr>
            <a:lvl3pPr marL="575945" indent="0">
              <a:buNone/>
              <a:defRPr sz="1135" b="1"/>
            </a:lvl3pPr>
            <a:lvl4pPr marL="864235" indent="0">
              <a:buNone/>
              <a:defRPr sz="1010" b="1"/>
            </a:lvl4pPr>
            <a:lvl5pPr marL="1151890" indent="0">
              <a:buNone/>
              <a:defRPr sz="1010" b="1"/>
            </a:lvl5pPr>
            <a:lvl6pPr marL="1440180" indent="0">
              <a:buNone/>
              <a:defRPr sz="1010" b="1"/>
            </a:lvl6pPr>
            <a:lvl7pPr marL="1727835" indent="0">
              <a:buNone/>
              <a:defRPr sz="1010" b="1"/>
            </a:lvl7pPr>
            <a:lvl8pPr marL="2016125" indent="0">
              <a:buNone/>
              <a:defRPr sz="1010" b="1"/>
            </a:lvl8pPr>
            <a:lvl9pPr marL="2303780" indent="0">
              <a:buNone/>
              <a:defRPr sz="10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1547" y="1578000"/>
            <a:ext cx="2589047" cy="2321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098250" y="1059000"/>
            <a:ext cx="2601797" cy="519000"/>
          </a:xfrm>
        </p:spPr>
        <p:txBody>
          <a:bodyPr anchor="b"/>
          <a:lstStyle>
            <a:lvl1pPr marL="0" indent="0">
              <a:buNone/>
              <a:defRPr sz="1510" b="1"/>
            </a:lvl1pPr>
            <a:lvl2pPr marL="288290" indent="0">
              <a:buNone/>
              <a:defRPr sz="1260" b="1"/>
            </a:lvl2pPr>
            <a:lvl3pPr marL="575945" indent="0">
              <a:buNone/>
              <a:defRPr sz="1135" b="1"/>
            </a:lvl3pPr>
            <a:lvl4pPr marL="864235" indent="0">
              <a:buNone/>
              <a:defRPr sz="1010" b="1"/>
            </a:lvl4pPr>
            <a:lvl5pPr marL="1151890" indent="0">
              <a:buNone/>
              <a:defRPr sz="1010" b="1"/>
            </a:lvl5pPr>
            <a:lvl6pPr marL="1440180" indent="0">
              <a:buNone/>
              <a:defRPr sz="1010" b="1"/>
            </a:lvl6pPr>
            <a:lvl7pPr marL="1727835" indent="0">
              <a:buNone/>
              <a:defRPr sz="1010" b="1"/>
            </a:lvl7pPr>
            <a:lvl8pPr marL="2016125" indent="0">
              <a:buNone/>
              <a:defRPr sz="1010" b="1"/>
            </a:lvl8pPr>
            <a:lvl9pPr marL="2303780" indent="0">
              <a:buNone/>
              <a:defRPr sz="101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098250" y="1578000"/>
            <a:ext cx="2601797" cy="2321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1547" y="288000"/>
            <a:ext cx="1973859" cy="1008000"/>
          </a:xfrm>
        </p:spPr>
        <p:txBody>
          <a:bodyPr anchor="b"/>
          <a:lstStyle>
            <a:lvl1pPr>
              <a:defRPr sz="20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01797" y="622000"/>
            <a:ext cx="3098250" cy="3070000"/>
          </a:xfrm>
        </p:spPr>
        <p:txBody>
          <a:bodyPr/>
          <a:lstStyle>
            <a:lvl1pPr>
              <a:defRPr sz="2015"/>
            </a:lvl1pPr>
            <a:lvl2pPr>
              <a:defRPr sz="1765"/>
            </a:lvl2pPr>
            <a:lvl3pPr>
              <a:defRPr sz="1510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21547" y="1296000"/>
            <a:ext cx="1973859" cy="2401000"/>
          </a:xfrm>
        </p:spPr>
        <p:txBody>
          <a:bodyPr/>
          <a:lstStyle>
            <a:lvl1pPr marL="0" indent="0">
              <a:buNone/>
              <a:defRPr sz="1010"/>
            </a:lvl1pPr>
            <a:lvl2pPr marL="288290" indent="0">
              <a:buNone/>
              <a:defRPr sz="880"/>
            </a:lvl2pPr>
            <a:lvl3pPr marL="575945" indent="0">
              <a:buNone/>
              <a:defRPr sz="755"/>
            </a:lvl3pPr>
            <a:lvl4pPr marL="864235" indent="0">
              <a:buNone/>
              <a:defRPr sz="630"/>
            </a:lvl4pPr>
            <a:lvl5pPr marL="1151890" indent="0">
              <a:buNone/>
              <a:defRPr sz="630"/>
            </a:lvl5pPr>
            <a:lvl6pPr marL="1440180" indent="0">
              <a:buNone/>
              <a:defRPr sz="630"/>
            </a:lvl6pPr>
            <a:lvl7pPr marL="1727835" indent="0">
              <a:buNone/>
              <a:defRPr sz="630"/>
            </a:lvl7pPr>
            <a:lvl8pPr marL="2016125" indent="0">
              <a:buNone/>
              <a:defRPr sz="630"/>
            </a:lvl8pPr>
            <a:lvl9pPr marL="2303780" indent="0">
              <a:buNone/>
              <a:defRPr sz="6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1547" y="288000"/>
            <a:ext cx="1973859" cy="1008000"/>
          </a:xfrm>
        </p:spPr>
        <p:txBody>
          <a:bodyPr anchor="b"/>
          <a:lstStyle>
            <a:lvl1pPr>
              <a:defRPr sz="201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601797" y="622000"/>
            <a:ext cx="3098250" cy="3070000"/>
          </a:xfrm>
        </p:spPr>
        <p:txBody>
          <a:bodyPr/>
          <a:lstStyle>
            <a:lvl1pPr marL="0" indent="0">
              <a:buNone/>
              <a:defRPr sz="2015"/>
            </a:lvl1pPr>
            <a:lvl2pPr marL="288290" indent="0">
              <a:buNone/>
              <a:defRPr sz="1765"/>
            </a:lvl2pPr>
            <a:lvl3pPr marL="575945" indent="0">
              <a:buNone/>
              <a:defRPr sz="1510"/>
            </a:lvl3pPr>
            <a:lvl4pPr marL="864235" indent="0">
              <a:buNone/>
              <a:defRPr sz="1260"/>
            </a:lvl4pPr>
            <a:lvl5pPr marL="1151890" indent="0">
              <a:buNone/>
              <a:defRPr sz="1260"/>
            </a:lvl5pPr>
            <a:lvl6pPr marL="1440180" indent="0">
              <a:buNone/>
              <a:defRPr sz="1260"/>
            </a:lvl6pPr>
            <a:lvl7pPr marL="1727835" indent="0">
              <a:buNone/>
              <a:defRPr sz="1260"/>
            </a:lvl7pPr>
            <a:lvl8pPr marL="2016125" indent="0">
              <a:buNone/>
              <a:defRPr sz="1260"/>
            </a:lvl8pPr>
            <a:lvl9pPr marL="2303780" indent="0">
              <a:buNone/>
              <a:defRPr sz="126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21547" y="1296000"/>
            <a:ext cx="1973859" cy="2401000"/>
          </a:xfrm>
        </p:spPr>
        <p:txBody>
          <a:bodyPr/>
          <a:lstStyle>
            <a:lvl1pPr marL="0" indent="0">
              <a:buNone/>
              <a:defRPr sz="1010"/>
            </a:lvl1pPr>
            <a:lvl2pPr marL="288290" indent="0">
              <a:buNone/>
              <a:defRPr sz="880"/>
            </a:lvl2pPr>
            <a:lvl3pPr marL="575945" indent="0">
              <a:buNone/>
              <a:defRPr sz="755"/>
            </a:lvl3pPr>
            <a:lvl4pPr marL="864235" indent="0">
              <a:buNone/>
              <a:defRPr sz="630"/>
            </a:lvl4pPr>
            <a:lvl5pPr marL="1151890" indent="0">
              <a:buNone/>
              <a:defRPr sz="630"/>
            </a:lvl5pPr>
            <a:lvl6pPr marL="1440180" indent="0">
              <a:buNone/>
              <a:defRPr sz="630"/>
            </a:lvl6pPr>
            <a:lvl7pPr marL="1727835" indent="0">
              <a:buNone/>
              <a:defRPr sz="630"/>
            </a:lvl7pPr>
            <a:lvl8pPr marL="2016125" indent="0">
              <a:buNone/>
              <a:defRPr sz="630"/>
            </a:lvl8pPr>
            <a:lvl9pPr marL="2303780" indent="0">
              <a:buNone/>
              <a:defRPr sz="63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379625" y="230000"/>
            <a:ext cx="1319625" cy="3661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20750" y="230000"/>
            <a:ext cx="3882375" cy="3661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20750" y="230000"/>
            <a:ext cx="5278500" cy="83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20750" y="1150000"/>
            <a:ext cx="5278500" cy="274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20750" y="4004000"/>
            <a:ext cx="1377000" cy="2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027250" y="4004000"/>
            <a:ext cx="2065500" cy="2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322250" y="4004000"/>
            <a:ext cx="1377000" cy="23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75945" rtl="0" eaLnBrk="1" latinLnBrk="0" hangingPunct="1">
        <a:lnSpc>
          <a:spcPct val="90000"/>
        </a:lnSpc>
        <a:spcBef>
          <a:spcPct val="0"/>
        </a:spcBef>
        <a:buNone/>
        <a:defRPr sz="27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145" indent="-144145" algn="l" defTabSz="575945" rtl="0" eaLnBrk="1" latinLnBrk="0" hangingPunct="1">
        <a:lnSpc>
          <a:spcPct val="90000"/>
        </a:lnSpc>
        <a:spcBef>
          <a:spcPct val="12600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745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4pPr>
      <a:lvl5pPr marL="1296035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5pPr>
      <a:lvl6pPr marL="158369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6pPr>
      <a:lvl7pPr marL="187198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8pPr>
      <a:lvl9pPr marL="2447925" indent="-144145" algn="l" defTabSz="575945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1pPr>
      <a:lvl2pPr marL="2882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2pPr>
      <a:lvl3pPr marL="57594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3pPr>
      <a:lvl4pPr marL="8642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4pPr>
      <a:lvl5pPr marL="11518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5pPr>
      <a:lvl6pPr marL="14401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6pPr>
      <a:lvl7pPr marL="17278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7pPr>
      <a:lvl8pPr marL="201612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8pPr>
      <a:lvl9pPr marL="23037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44385" y="108315"/>
            <a:ext cx="6025515" cy="4032885"/>
            <a:chOff x="4297" y="1403"/>
            <a:chExt cx="9489" cy="6351"/>
          </a:xfrm>
        </p:grpSpPr>
        <p:sp>
          <p:nvSpPr>
            <p:cNvPr id="36" name="圆角矩形 35"/>
            <p:cNvSpPr/>
            <p:nvPr/>
          </p:nvSpPr>
          <p:spPr>
            <a:xfrm>
              <a:off x="7151" y="1403"/>
              <a:ext cx="2854" cy="830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可视化模块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4297" y="3208"/>
              <a:ext cx="2854" cy="830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工厂信息可视化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0005" y="3208"/>
              <a:ext cx="2854" cy="830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工厂模型可视化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8" name="肘形连接符 7"/>
            <p:cNvCxnSpPr>
              <a:stCxn id="36" idx="2"/>
              <a:endCxn id="4" idx="0"/>
            </p:cNvCxnSpPr>
            <p:nvPr/>
          </p:nvCxnSpPr>
          <p:spPr>
            <a:xfrm rot="5400000">
              <a:off x="6664" y="1293"/>
              <a:ext cx="975" cy="285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肘形连接符 8"/>
            <p:cNvCxnSpPr>
              <a:stCxn id="36" idx="2"/>
              <a:endCxn id="6" idx="0"/>
            </p:cNvCxnSpPr>
            <p:nvPr/>
          </p:nvCxnSpPr>
          <p:spPr>
            <a:xfrm rot="5400000" flipV="1">
              <a:off x="9518" y="1293"/>
              <a:ext cx="975" cy="285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圆角矩形 9"/>
            <p:cNvSpPr/>
            <p:nvPr/>
          </p:nvSpPr>
          <p:spPr>
            <a:xfrm>
              <a:off x="4477" y="4885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静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态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数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据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面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板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6087" y="4885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模型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|</a:t>
              </a:r>
              <a:endParaRPr lang="en-US" alt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500">
                  <a:latin typeface="宋体" panose="02010600030101010101" pitchFamily="2" charset="-122"/>
                  <a:ea typeface="宋体" panose="02010600030101010101" pitchFamily="2" charset="-122"/>
                </a:rPr>
                <a:t>数据绑定</a:t>
              </a:r>
              <a:endParaRPr lang="zh-CN" altLang="en-US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2" name="肘形连接符 11"/>
            <p:cNvCxnSpPr>
              <a:endCxn id="11" idx="0"/>
            </p:cNvCxnSpPr>
            <p:nvPr/>
          </p:nvCxnSpPr>
          <p:spPr>
            <a:xfrm rot="5400000" flipV="1">
              <a:off x="5683" y="4079"/>
              <a:ext cx="847" cy="763"/>
            </a:xfrm>
            <a:prstGeom prst="bentConnector3">
              <a:avLst>
                <a:gd name="adj1" fmla="val 50059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肘形连接符 12"/>
            <p:cNvCxnSpPr>
              <a:endCxn id="10" idx="0"/>
            </p:cNvCxnSpPr>
            <p:nvPr/>
          </p:nvCxnSpPr>
          <p:spPr>
            <a:xfrm rot="5400000">
              <a:off x="4878" y="4038"/>
              <a:ext cx="847" cy="847"/>
            </a:xfrm>
            <a:prstGeom prst="bentConnector3">
              <a:avLst>
                <a:gd name="adj1" fmla="val 50059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" name="圆角矩形 13"/>
            <p:cNvSpPr/>
            <p:nvPr/>
          </p:nvSpPr>
          <p:spPr>
            <a:xfrm>
              <a:off x="10497" y="4885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缩放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9269" y="4884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旋转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1725" y="4885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漫游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2986" y="4900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数据查询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9" name="肘形连接符 18"/>
            <p:cNvCxnSpPr>
              <a:stCxn id="6" idx="2"/>
              <a:endCxn id="15" idx="0"/>
            </p:cNvCxnSpPr>
            <p:nvPr/>
          </p:nvCxnSpPr>
          <p:spPr>
            <a:xfrm rot="5400000">
              <a:off x="10128" y="3580"/>
              <a:ext cx="846" cy="1762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肘形连接符 21"/>
            <p:cNvCxnSpPr>
              <a:endCxn id="14" idx="0"/>
            </p:cNvCxnSpPr>
            <p:nvPr/>
          </p:nvCxnSpPr>
          <p:spPr>
            <a:xfrm rot="5400000">
              <a:off x="10739" y="4201"/>
              <a:ext cx="843" cy="52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肘形连接符 22"/>
            <p:cNvCxnSpPr/>
            <p:nvPr/>
          </p:nvCxnSpPr>
          <p:spPr>
            <a:xfrm rot="5400000" flipV="1">
              <a:off x="11391" y="4080"/>
              <a:ext cx="847" cy="763"/>
            </a:xfrm>
            <a:prstGeom prst="bentConnector3">
              <a:avLst>
                <a:gd name="adj1" fmla="val 50059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肘形连接符 25"/>
            <p:cNvCxnSpPr/>
            <p:nvPr/>
          </p:nvCxnSpPr>
          <p:spPr>
            <a:xfrm>
              <a:off x="11433" y="4462"/>
              <a:ext cx="1950" cy="435"/>
            </a:xfrm>
            <a:prstGeom prst="bentConnector3">
              <a:avLst>
                <a:gd name="adj1" fmla="val 100051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252095" y="91440"/>
            <a:ext cx="5525770" cy="4023995"/>
            <a:chOff x="4157" y="1403"/>
            <a:chExt cx="8702" cy="6337"/>
          </a:xfrm>
        </p:grpSpPr>
        <p:sp>
          <p:nvSpPr>
            <p:cNvPr id="36" name="圆角矩形 35"/>
            <p:cNvSpPr/>
            <p:nvPr/>
          </p:nvSpPr>
          <p:spPr>
            <a:xfrm>
              <a:off x="7151" y="1403"/>
              <a:ext cx="2854" cy="830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漫游模块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4157" y="3208"/>
              <a:ext cx="3107" cy="830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500">
                  <a:latin typeface="宋体" panose="02010600030101010101" pitchFamily="2" charset="-122"/>
                  <a:ea typeface="宋体" panose="02010600030101010101" pitchFamily="2" charset="-122"/>
                </a:rPr>
                <a:t>桌面端非沉浸式交互</a:t>
              </a:r>
              <a:endParaRPr lang="zh-CN" altLang="en-US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10005" y="3208"/>
              <a:ext cx="2854" cy="830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5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VR </a:t>
              </a:r>
              <a:r>
                <a:rPr lang="zh-CN" altLang="en-US" sz="1500">
                  <a:latin typeface="宋体" panose="02010600030101010101" pitchFamily="2" charset="-122"/>
                  <a:ea typeface="宋体" panose="02010600030101010101" pitchFamily="2" charset="-122"/>
                </a:rPr>
                <a:t>端沉浸式漫游</a:t>
              </a:r>
              <a:endParaRPr lang="zh-CN" altLang="en-US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8" name="肘形连接符 7"/>
            <p:cNvCxnSpPr>
              <a:stCxn id="36" idx="2"/>
              <a:endCxn id="4" idx="0"/>
            </p:cNvCxnSpPr>
            <p:nvPr/>
          </p:nvCxnSpPr>
          <p:spPr>
            <a:xfrm rot="5400000">
              <a:off x="6657" y="1287"/>
              <a:ext cx="975" cy="2867"/>
            </a:xfrm>
            <a:prstGeom prst="bentConnector3">
              <a:avLst>
                <a:gd name="adj1" fmla="val 50051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肘形连接符 8"/>
            <p:cNvCxnSpPr>
              <a:stCxn id="36" idx="2"/>
              <a:endCxn id="6" idx="0"/>
            </p:cNvCxnSpPr>
            <p:nvPr/>
          </p:nvCxnSpPr>
          <p:spPr>
            <a:xfrm rot="5400000" flipV="1">
              <a:off x="9518" y="1293"/>
              <a:ext cx="975" cy="285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圆角矩形 9"/>
            <p:cNvSpPr/>
            <p:nvPr/>
          </p:nvSpPr>
          <p:spPr>
            <a:xfrm>
              <a:off x="4477" y="4885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鼠标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>
            <a:xfrm>
              <a:off x="6087" y="4885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键盘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2" name="肘形连接符 11"/>
            <p:cNvCxnSpPr>
              <a:endCxn id="11" idx="0"/>
            </p:cNvCxnSpPr>
            <p:nvPr/>
          </p:nvCxnSpPr>
          <p:spPr>
            <a:xfrm rot="5400000" flipV="1">
              <a:off x="5683" y="4079"/>
              <a:ext cx="847" cy="763"/>
            </a:xfrm>
            <a:prstGeom prst="bentConnector3">
              <a:avLst>
                <a:gd name="adj1" fmla="val 50059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肘形连接符 12"/>
            <p:cNvCxnSpPr>
              <a:endCxn id="10" idx="0"/>
            </p:cNvCxnSpPr>
            <p:nvPr/>
          </p:nvCxnSpPr>
          <p:spPr>
            <a:xfrm rot="5400000">
              <a:off x="4878" y="4038"/>
              <a:ext cx="847" cy="847"/>
            </a:xfrm>
            <a:prstGeom prst="bentConnector3">
              <a:avLst>
                <a:gd name="adj1" fmla="val 50059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圆角矩形 26"/>
            <p:cNvSpPr/>
            <p:nvPr/>
          </p:nvSpPr>
          <p:spPr>
            <a:xfrm>
              <a:off x="10202" y="4839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注视点渲染模块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11838" y="4854"/>
              <a:ext cx="801" cy="2855"/>
            </a:xfrm>
            <a:prstGeom prst="roundRect">
              <a:avLst>
                <a:gd name="adj" fmla="val 5430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sz="1500">
                  <a:latin typeface="宋体" panose="02010600030101010101" pitchFamily="2" charset="-122"/>
                  <a:ea typeface="宋体" panose="02010600030101010101" pitchFamily="2" charset="-122"/>
                </a:rPr>
                <a:t>动态</a:t>
              </a:r>
              <a:endParaRPr 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en-US" altLang="zh-CN" sz="15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L</a:t>
              </a:r>
              <a:endParaRPr lang="en-US" altLang="zh-CN" sz="15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  <a:p>
              <a:pPr algn="ctr"/>
              <a:r>
                <a:rPr lang="en-US" altLang="zh-CN" sz="15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O</a:t>
              </a:r>
              <a:endParaRPr lang="en-US" altLang="zh-CN" sz="15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endParaRPr>
            </a:p>
            <a:p>
              <a:pPr algn="ctr"/>
              <a:r>
                <a:rPr lang="en-US" altLang="zh-CN" sz="1500"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 charset="0"/>
                </a:rPr>
                <a:t>D</a:t>
              </a:r>
              <a:endParaRPr lang="en-US" altLang="zh-CN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ctr"/>
              <a:r>
                <a:rPr lang="zh-CN" altLang="en-US" sz="1500">
                  <a:latin typeface="宋体" panose="02010600030101010101" pitchFamily="2" charset="-122"/>
                  <a:ea typeface="宋体" panose="02010600030101010101" pitchFamily="2" charset="-122"/>
                </a:rPr>
                <a:t>模块</a:t>
              </a:r>
              <a:endParaRPr lang="zh-CN" altLang="en-US" sz="15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0" name="肘形连接符 29"/>
            <p:cNvCxnSpPr/>
            <p:nvPr/>
          </p:nvCxnSpPr>
          <p:spPr>
            <a:xfrm rot="5400000">
              <a:off x="10586" y="4007"/>
              <a:ext cx="847" cy="847"/>
            </a:xfrm>
            <a:prstGeom prst="bentConnector3">
              <a:avLst>
                <a:gd name="adj1" fmla="val 50059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肘形连接符 30"/>
            <p:cNvCxnSpPr/>
            <p:nvPr/>
          </p:nvCxnSpPr>
          <p:spPr>
            <a:xfrm rot="5400000" flipV="1">
              <a:off x="11391" y="4050"/>
              <a:ext cx="847" cy="763"/>
            </a:xfrm>
            <a:prstGeom prst="bentConnector3">
              <a:avLst>
                <a:gd name="adj1" fmla="val 50059"/>
              </a:avLst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WPS 演示</Application>
  <PresentationFormat>宽屏</PresentationFormat>
  <Paragraphs>43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9</cp:revision>
  <dcterms:created xsi:type="dcterms:W3CDTF">2023-08-09T12:44:00Z</dcterms:created>
  <dcterms:modified xsi:type="dcterms:W3CDTF">2026-03-07T14:10:10Z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EABC79BF5B1541D4B7CAAC58AF35B824_12</vt:lpwstr>
  </property>
</Properties>
</file>