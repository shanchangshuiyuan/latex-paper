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599670" cy="395986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7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247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75222" y="648347"/>
            <a:ext cx="9451331" cy="1379227"/>
          </a:xfrm>
        </p:spPr>
        <p:txBody>
          <a:bodyPr anchor="b"/>
          <a:lstStyle>
            <a:lvl1pPr algn="ctr"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5222" y="2080763"/>
            <a:ext cx="9451331" cy="956473"/>
          </a:xfrm>
        </p:spPr>
        <p:txBody>
          <a:bodyPr/>
          <a:lstStyle>
            <a:lvl1pPr marL="0" indent="0" algn="ctr">
              <a:buNone/>
              <a:defRPr sz="1385"/>
            </a:lvl1pPr>
            <a:lvl2pPr marL="263525" indent="0" algn="ctr">
              <a:buNone/>
              <a:defRPr sz="1155"/>
            </a:lvl2pPr>
            <a:lvl3pPr marL="528320" indent="0" algn="ctr">
              <a:buNone/>
              <a:defRPr sz="1040"/>
            </a:lvl3pPr>
            <a:lvl4pPr marL="791845" indent="0" algn="ctr">
              <a:buNone/>
              <a:defRPr sz="925"/>
            </a:lvl4pPr>
            <a:lvl5pPr marL="1056640" indent="0" algn="ctr">
              <a:buNone/>
              <a:defRPr sz="925"/>
            </a:lvl5pPr>
            <a:lvl6pPr marL="1320165" indent="0" algn="ctr">
              <a:buNone/>
              <a:defRPr sz="925"/>
            </a:lvl6pPr>
            <a:lvl7pPr marL="1583690" indent="0" algn="ctr">
              <a:buNone/>
              <a:defRPr sz="925"/>
            </a:lvl7pPr>
            <a:lvl8pPr marL="1848485" indent="0" algn="ctr">
              <a:buNone/>
              <a:defRPr sz="925"/>
            </a:lvl8pPr>
            <a:lvl9pPr marL="2112010" indent="0" algn="ctr">
              <a:buNone/>
              <a:defRPr sz="9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9809" y="987652"/>
            <a:ext cx="10869029" cy="1647919"/>
          </a:xfrm>
        </p:spPr>
        <p:txBody>
          <a:bodyPr anchor="b"/>
          <a:lstStyle>
            <a:lvl1pPr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9809" y="2651162"/>
            <a:ext cx="10869029" cy="866603"/>
          </a:xfrm>
        </p:spPr>
        <p:txBody>
          <a:bodyPr/>
          <a:lstStyle>
            <a:lvl1pPr marL="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1pPr>
            <a:lvl2pPr marL="263525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83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3pPr>
            <a:lvl4pPr marL="79184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4pPr>
            <a:lvl5pPr marL="105664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5pPr>
            <a:lvl6pPr marL="132016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6pPr>
            <a:lvl7pPr marL="158369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7pPr>
            <a:lvl8pPr marL="184848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8pPr>
            <a:lvl9pPr marL="211201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66372" y="1054596"/>
            <a:ext cx="5355753" cy="25136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79648" y="1054596"/>
            <a:ext cx="5355753" cy="25136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8014" y="210919"/>
            <a:ext cx="10869029" cy="76572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8014" y="971145"/>
            <a:ext cx="5331140" cy="475944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3525" indent="0">
              <a:buNone/>
              <a:defRPr sz="1155" b="1"/>
            </a:lvl2pPr>
            <a:lvl3pPr marL="528320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640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8485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68014" y="1447088"/>
            <a:ext cx="5331140" cy="21284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79648" y="971145"/>
            <a:ext cx="5357395" cy="475944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3525" indent="0">
              <a:buNone/>
              <a:defRPr sz="1155" b="1"/>
            </a:lvl2pPr>
            <a:lvl3pPr marL="528320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640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8485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79648" y="1447088"/>
            <a:ext cx="5357395" cy="21284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8014" y="264107"/>
            <a:ext cx="4064399" cy="924376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7395" y="570399"/>
            <a:ext cx="6379648" cy="2815311"/>
          </a:xfrm>
        </p:spPr>
        <p:txBody>
          <a:bodyPr/>
          <a:lstStyle>
            <a:lvl1pPr>
              <a:defRPr sz="1850"/>
            </a:lvl1pPr>
            <a:lvl2pPr>
              <a:defRPr sz="1620"/>
            </a:lvl2pPr>
            <a:lvl3pPr>
              <a:defRPr sz="1385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8014" y="1188483"/>
            <a:ext cx="4064399" cy="2201813"/>
          </a:xfrm>
        </p:spPr>
        <p:txBody>
          <a:bodyPr/>
          <a:lstStyle>
            <a:lvl1pPr marL="0" indent="0">
              <a:buNone/>
              <a:defRPr sz="925"/>
            </a:lvl1pPr>
            <a:lvl2pPr marL="263525" indent="0">
              <a:buNone/>
              <a:defRPr sz="810"/>
            </a:lvl2pPr>
            <a:lvl3pPr marL="528320" indent="0">
              <a:buNone/>
              <a:defRPr sz="690"/>
            </a:lvl3pPr>
            <a:lvl4pPr marL="791845" indent="0">
              <a:buNone/>
              <a:defRPr sz="575"/>
            </a:lvl4pPr>
            <a:lvl5pPr marL="1056640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8485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8014" y="264107"/>
            <a:ext cx="4064399" cy="924376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7395" y="570399"/>
            <a:ext cx="6379648" cy="2815311"/>
          </a:xfrm>
        </p:spPr>
        <p:txBody>
          <a:bodyPr/>
          <a:lstStyle>
            <a:lvl1pPr marL="0" indent="0">
              <a:buNone/>
              <a:defRPr sz="1850"/>
            </a:lvl1pPr>
            <a:lvl2pPr marL="263525" indent="0">
              <a:buNone/>
              <a:defRPr sz="1620"/>
            </a:lvl2pPr>
            <a:lvl3pPr marL="528320" indent="0">
              <a:buNone/>
              <a:defRPr sz="1385"/>
            </a:lvl3pPr>
            <a:lvl4pPr marL="791845" indent="0">
              <a:buNone/>
              <a:defRPr sz="1155"/>
            </a:lvl4pPr>
            <a:lvl5pPr marL="1056640" indent="0">
              <a:buNone/>
              <a:defRPr sz="1155"/>
            </a:lvl5pPr>
            <a:lvl6pPr marL="1320165" indent="0">
              <a:buNone/>
              <a:defRPr sz="1155"/>
            </a:lvl6pPr>
            <a:lvl7pPr marL="1583690" indent="0">
              <a:buNone/>
              <a:defRPr sz="1155"/>
            </a:lvl7pPr>
            <a:lvl8pPr marL="1848485" indent="0">
              <a:buNone/>
              <a:defRPr sz="1155"/>
            </a:lvl8pPr>
            <a:lvl9pPr marL="2112010" indent="0">
              <a:buNone/>
              <a:defRPr sz="11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68014" y="1188483"/>
            <a:ext cx="4064399" cy="2201813"/>
          </a:xfrm>
        </p:spPr>
        <p:txBody>
          <a:bodyPr/>
          <a:lstStyle>
            <a:lvl1pPr marL="0" indent="0">
              <a:buNone/>
              <a:defRPr sz="925"/>
            </a:lvl1pPr>
            <a:lvl2pPr marL="263525" indent="0">
              <a:buNone/>
              <a:defRPr sz="810"/>
            </a:lvl2pPr>
            <a:lvl3pPr marL="528320" indent="0">
              <a:buNone/>
              <a:defRPr sz="690"/>
            </a:lvl3pPr>
            <a:lvl4pPr marL="791845" indent="0">
              <a:buNone/>
              <a:defRPr sz="575"/>
            </a:lvl4pPr>
            <a:lvl5pPr marL="1056640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8485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18144" y="210919"/>
            <a:ext cx="2717257" cy="335728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66372" y="210919"/>
            <a:ext cx="7994250" cy="335728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66372" y="210919"/>
            <a:ext cx="10869029" cy="765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66372" y="1054596"/>
            <a:ext cx="10869029" cy="2513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66372" y="3671827"/>
            <a:ext cx="2835400" cy="210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74338" y="3671827"/>
            <a:ext cx="4253098" cy="210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00003" y="3671827"/>
            <a:ext cx="2835400" cy="210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8320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080" indent="-132080" algn="l" defTabSz="52832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396240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660400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925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188085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452245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715770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980565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244090" indent="-132080" algn="l" defTabSz="528320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8320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791845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56640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83690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848485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112010" algn="l" defTabSz="528320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8575" y="1153160"/>
            <a:ext cx="12534265" cy="1762125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1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36855" y="59055"/>
            <a:ext cx="1366520" cy="460375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应用阶段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236855" y="1744345"/>
            <a:ext cx="1366520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顶点着色器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1000740" y="3417570"/>
            <a:ext cx="1366520" cy="46037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光栅化阶段</a:t>
            </a:r>
            <a:endParaRPr lang="zh-CN" altLang="en-US" sz="181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487035" y="1231900"/>
            <a:ext cx="129921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几何阶段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089785" y="1744345"/>
            <a:ext cx="3792855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外壳着色器</a:t>
            </a:r>
            <a:r>
              <a:rPr lang="en-US" altLang="zh-CN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细分器</a:t>
            </a:r>
            <a:r>
              <a:rPr lang="en-US" altLang="zh-CN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域着色器</a:t>
            </a:r>
            <a:r>
              <a:rPr lang="en-US" altLang="zh-CN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6356350" y="1744345"/>
            <a:ext cx="1366520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几何着色器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8316595" y="1744345"/>
            <a:ext cx="798195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投影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9719945" y="1744345"/>
            <a:ext cx="798195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裁剪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1000740" y="1735455"/>
            <a:ext cx="1362075" cy="45720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屏幕映射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3" name="直接箭头连接符 22"/>
          <p:cNvCxnSpPr>
            <a:stCxn id="6" idx="3"/>
            <a:endCxn id="15" idx="1"/>
          </p:cNvCxnSpPr>
          <p:nvPr>
            <p:custDataLst>
              <p:tags r:id="rId11"/>
            </p:custDataLst>
          </p:nvPr>
        </p:nvCxnSpPr>
        <p:spPr>
          <a:xfrm>
            <a:off x="1603375" y="1973580"/>
            <a:ext cx="48704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2"/>
            </p:custDataLst>
          </p:nvPr>
        </p:nvCxnSpPr>
        <p:spPr>
          <a:xfrm>
            <a:off x="5882640" y="1973580"/>
            <a:ext cx="48704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6" idx="3"/>
          </p:cNvCxnSpPr>
          <p:nvPr>
            <p:custDataLst>
              <p:tags r:id="rId13"/>
            </p:custDataLst>
          </p:nvPr>
        </p:nvCxnSpPr>
        <p:spPr>
          <a:xfrm>
            <a:off x="7722870" y="1973580"/>
            <a:ext cx="60515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4"/>
            </p:custDataLst>
          </p:nvPr>
        </p:nvCxnSpPr>
        <p:spPr>
          <a:xfrm>
            <a:off x="9114790" y="1973580"/>
            <a:ext cx="60515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15"/>
            </p:custDataLst>
          </p:nvPr>
        </p:nvCxnSpPr>
        <p:spPr>
          <a:xfrm>
            <a:off x="10518140" y="1973580"/>
            <a:ext cx="482600" cy="76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3" idx="2"/>
            <a:endCxn id="6" idx="0"/>
          </p:cNvCxnSpPr>
          <p:nvPr>
            <p:custDataLst>
              <p:tags r:id="rId16"/>
            </p:custDataLst>
          </p:nvPr>
        </p:nvCxnSpPr>
        <p:spPr>
          <a:xfrm>
            <a:off x="920115" y="519430"/>
            <a:ext cx="0" cy="122555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17"/>
            </p:custDataLst>
          </p:nvPr>
        </p:nvCxnSpPr>
        <p:spPr>
          <a:xfrm>
            <a:off x="11684635" y="2192655"/>
            <a:ext cx="0" cy="122555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118110" y="1623060"/>
            <a:ext cx="7929245" cy="1082040"/>
          </a:xfrm>
          <a:prstGeom prst="rect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810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3198495" y="2366010"/>
            <a:ext cx="299085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可编程着色器部分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20"/>
            </p:custDataLst>
          </p:nvPr>
        </p:nvSpPr>
        <p:spPr>
          <a:xfrm>
            <a:off x="8197215" y="1623060"/>
            <a:ext cx="4242435" cy="1082040"/>
          </a:xfrm>
          <a:prstGeom prst="rect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810"/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9468485" y="2366010"/>
            <a:ext cx="299085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1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不可编程着色器部分</a:t>
            </a:r>
            <a:endParaRPr lang="zh-CN" altLang="en-US" sz="181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41" name="直接箭头连接符 40"/>
          <p:cNvCxnSpPr/>
          <p:nvPr>
            <p:custDataLst>
              <p:tags r:id="rId22"/>
            </p:custDataLst>
          </p:nvPr>
        </p:nvCxnSpPr>
        <p:spPr>
          <a:xfrm flipV="1">
            <a:off x="3377565" y="1967230"/>
            <a:ext cx="306705" cy="571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>
            <p:custDataLst>
              <p:tags r:id="rId23"/>
            </p:custDataLst>
          </p:nvPr>
        </p:nvCxnSpPr>
        <p:spPr>
          <a:xfrm flipV="1">
            <a:off x="4484370" y="1967230"/>
            <a:ext cx="306705" cy="571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2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3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4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5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6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7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8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9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0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1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2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3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4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5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6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7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8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19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20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21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22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ags/tag23.xml><?xml version="1.0" encoding="utf-8"?>
<p:tagLst xmlns:p="http://schemas.openxmlformats.org/presentationml/2006/main">
  <p:tag name="KSO_WM_DIAGRAM_VIRTUALLY_FRAME" val="{&quot;height&quot;:382.8,&quot;left&quot;:2.25,&quot;top&quot;:4.65,&quot;width&quot;:986.9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演示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8</cp:revision>
  <dcterms:created xsi:type="dcterms:W3CDTF">2023-08-09T12:44:00Z</dcterms:created>
  <dcterms:modified xsi:type="dcterms:W3CDTF">2026-03-06T11:26:47Z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ED8A2234D1F74B25AD205DB5C49E6767_12</vt:lpwstr>
  </property>
</Properties>
</file>