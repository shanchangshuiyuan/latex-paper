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1123930" cy="320357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09" userDrawn="1">
          <p15:clr>
            <a:srgbClr val="A4A3A4"/>
          </p15:clr>
        </p15:guide>
        <p15:guide id="2" pos="35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1009"/>
        <p:guide pos="350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90509" y="524428"/>
            <a:ext cx="8343052" cy="1115614"/>
          </a:xfrm>
        </p:spPr>
        <p:txBody>
          <a:bodyPr anchor="b"/>
          <a:lstStyle>
            <a:lvl1pPr algn="ctr">
              <a:defRPr sz="280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90509" y="1683065"/>
            <a:ext cx="8343052" cy="773661"/>
          </a:xfrm>
        </p:spPr>
        <p:txBody>
          <a:bodyPr/>
          <a:lstStyle>
            <a:lvl1pPr marL="0" indent="0" algn="ctr">
              <a:buNone/>
              <a:defRPr sz="1120"/>
            </a:lvl1pPr>
            <a:lvl2pPr marL="213360" indent="0" algn="ctr">
              <a:buNone/>
              <a:defRPr sz="935"/>
            </a:lvl2pPr>
            <a:lvl3pPr marL="427355" indent="0" algn="ctr">
              <a:buNone/>
              <a:defRPr sz="840"/>
            </a:lvl3pPr>
            <a:lvl4pPr marL="640715" indent="0" algn="ctr">
              <a:buNone/>
              <a:defRPr sz="750"/>
            </a:lvl4pPr>
            <a:lvl5pPr marL="854710" indent="0" algn="ctr">
              <a:buNone/>
              <a:defRPr sz="750"/>
            </a:lvl5pPr>
            <a:lvl6pPr marL="1068070" indent="0" algn="ctr">
              <a:buNone/>
              <a:defRPr sz="750"/>
            </a:lvl6pPr>
            <a:lvl7pPr marL="1281430" indent="0" algn="ctr">
              <a:buNone/>
              <a:defRPr sz="750"/>
            </a:lvl7pPr>
            <a:lvl8pPr marL="1495425" indent="0" algn="ctr">
              <a:buNone/>
              <a:defRPr sz="750"/>
            </a:lvl8pPr>
            <a:lvl9pPr marL="1708785" indent="0" algn="ctr">
              <a:buNone/>
              <a:defRPr sz="75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58986" y="798881"/>
            <a:ext cx="9594509" cy="1332951"/>
          </a:xfrm>
        </p:spPr>
        <p:txBody>
          <a:bodyPr anchor="b"/>
          <a:lstStyle>
            <a:lvl1pPr>
              <a:defRPr sz="280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58986" y="2144443"/>
            <a:ext cx="9594509" cy="700968"/>
          </a:xfrm>
        </p:spPr>
        <p:txBody>
          <a:bodyPr/>
          <a:lstStyle>
            <a:lvl1pPr marL="0" indent="0">
              <a:buNone/>
              <a:defRPr sz="1120">
                <a:solidFill>
                  <a:schemeClr val="tx1">
                    <a:tint val="75000"/>
                  </a:schemeClr>
                </a:solidFill>
              </a:defRPr>
            </a:lvl1pPr>
            <a:lvl2pPr marL="213360" indent="0">
              <a:buNone/>
              <a:defRPr sz="935">
                <a:solidFill>
                  <a:schemeClr val="tx1">
                    <a:tint val="75000"/>
                  </a:schemeClr>
                </a:solidFill>
              </a:defRPr>
            </a:lvl2pPr>
            <a:lvl3pPr marL="427355" indent="0">
              <a:buNone/>
              <a:defRPr sz="840">
                <a:solidFill>
                  <a:schemeClr val="tx1">
                    <a:tint val="75000"/>
                  </a:schemeClr>
                </a:solidFill>
              </a:defRPr>
            </a:lvl3pPr>
            <a:lvl4pPr marL="640715" indent="0">
              <a:buNone/>
              <a:defRPr sz="750">
                <a:solidFill>
                  <a:schemeClr val="tx1">
                    <a:tint val="75000"/>
                  </a:schemeClr>
                </a:solidFill>
              </a:defRPr>
            </a:lvl4pPr>
            <a:lvl5pPr marL="854710" indent="0">
              <a:buNone/>
              <a:defRPr sz="750">
                <a:solidFill>
                  <a:schemeClr val="tx1">
                    <a:tint val="75000"/>
                  </a:schemeClr>
                </a:solidFill>
              </a:defRPr>
            </a:lvl5pPr>
            <a:lvl6pPr marL="1068070" indent="0">
              <a:buNone/>
              <a:defRPr sz="750">
                <a:solidFill>
                  <a:schemeClr val="tx1">
                    <a:tint val="75000"/>
                  </a:schemeClr>
                </a:solidFill>
              </a:defRPr>
            </a:lvl6pPr>
            <a:lvl7pPr marL="1281430" indent="0">
              <a:buNone/>
              <a:defRPr sz="750">
                <a:solidFill>
                  <a:schemeClr val="tx1">
                    <a:tint val="75000"/>
                  </a:schemeClr>
                </a:solidFill>
              </a:defRPr>
            </a:lvl7pPr>
            <a:lvl8pPr marL="1495425" indent="0">
              <a:buNone/>
              <a:defRPr sz="750">
                <a:solidFill>
                  <a:schemeClr val="tx1">
                    <a:tint val="75000"/>
                  </a:schemeClr>
                </a:solidFill>
              </a:defRPr>
            </a:lvl8pPr>
            <a:lvl9pPr marL="1708785" indent="0">
              <a:buNone/>
              <a:defRPr sz="7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64780" y="853030"/>
            <a:ext cx="4727729" cy="203317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631560" y="853030"/>
            <a:ext cx="4727729" cy="203317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6229" y="170606"/>
            <a:ext cx="9594509" cy="619374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66229" y="785529"/>
            <a:ext cx="4706002" cy="384976"/>
          </a:xfrm>
        </p:spPr>
        <p:txBody>
          <a:bodyPr anchor="b"/>
          <a:lstStyle>
            <a:lvl1pPr marL="0" indent="0">
              <a:buNone/>
              <a:defRPr sz="1120" b="1"/>
            </a:lvl1pPr>
            <a:lvl2pPr marL="213360" indent="0">
              <a:buNone/>
              <a:defRPr sz="935" b="1"/>
            </a:lvl2pPr>
            <a:lvl3pPr marL="427355" indent="0">
              <a:buNone/>
              <a:defRPr sz="840" b="1"/>
            </a:lvl3pPr>
            <a:lvl4pPr marL="640715" indent="0">
              <a:buNone/>
              <a:defRPr sz="750" b="1"/>
            </a:lvl4pPr>
            <a:lvl5pPr marL="854710" indent="0">
              <a:buNone/>
              <a:defRPr sz="750" b="1"/>
            </a:lvl5pPr>
            <a:lvl6pPr marL="1068070" indent="0">
              <a:buNone/>
              <a:defRPr sz="750" b="1"/>
            </a:lvl6pPr>
            <a:lvl7pPr marL="1281430" indent="0">
              <a:buNone/>
              <a:defRPr sz="750" b="1"/>
            </a:lvl7pPr>
            <a:lvl8pPr marL="1495425" indent="0">
              <a:buNone/>
              <a:defRPr sz="750" b="1"/>
            </a:lvl8pPr>
            <a:lvl9pPr marL="1708785" indent="0">
              <a:buNone/>
              <a:defRPr sz="75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66229" y="1170505"/>
            <a:ext cx="4706002" cy="172163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631560" y="785529"/>
            <a:ext cx="4729178" cy="384976"/>
          </a:xfrm>
        </p:spPr>
        <p:txBody>
          <a:bodyPr anchor="b"/>
          <a:lstStyle>
            <a:lvl1pPr marL="0" indent="0">
              <a:buNone/>
              <a:defRPr sz="1120" b="1"/>
            </a:lvl1pPr>
            <a:lvl2pPr marL="213360" indent="0">
              <a:buNone/>
              <a:defRPr sz="935" b="1"/>
            </a:lvl2pPr>
            <a:lvl3pPr marL="427355" indent="0">
              <a:buNone/>
              <a:defRPr sz="840" b="1"/>
            </a:lvl3pPr>
            <a:lvl4pPr marL="640715" indent="0">
              <a:buNone/>
              <a:defRPr sz="750" b="1"/>
            </a:lvl4pPr>
            <a:lvl5pPr marL="854710" indent="0">
              <a:buNone/>
              <a:defRPr sz="750" b="1"/>
            </a:lvl5pPr>
            <a:lvl6pPr marL="1068070" indent="0">
              <a:buNone/>
              <a:defRPr sz="750" b="1"/>
            </a:lvl6pPr>
            <a:lvl7pPr marL="1281430" indent="0">
              <a:buNone/>
              <a:defRPr sz="750" b="1"/>
            </a:lvl7pPr>
            <a:lvl8pPr marL="1495425" indent="0">
              <a:buNone/>
              <a:defRPr sz="750" b="1"/>
            </a:lvl8pPr>
            <a:lvl9pPr marL="1708785" indent="0">
              <a:buNone/>
              <a:defRPr sz="75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631560" y="1170505"/>
            <a:ext cx="4729178" cy="172163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6229" y="213628"/>
            <a:ext cx="3587801" cy="747699"/>
          </a:xfrm>
        </p:spPr>
        <p:txBody>
          <a:bodyPr anchor="b"/>
          <a:lstStyle>
            <a:lvl1pPr>
              <a:defRPr sz="149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29178" y="461378"/>
            <a:ext cx="5631560" cy="2277218"/>
          </a:xfrm>
        </p:spPr>
        <p:txBody>
          <a:bodyPr/>
          <a:lstStyle>
            <a:lvl1pPr>
              <a:defRPr sz="1495"/>
            </a:lvl1pPr>
            <a:lvl2pPr>
              <a:defRPr sz="1310"/>
            </a:lvl2pPr>
            <a:lvl3pPr>
              <a:defRPr sz="1120"/>
            </a:lvl3pPr>
            <a:lvl4pPr>
              <a:defRPr sz="935"/>
            </a:lvl4pPr>
            <a:lvl5pPr>
              <a:defRPr sz="935"/>
            </a:lvl5pPr>
            <a:lvl6pPr>
              <a:defRPr sz="935"/>
            </a:lvl6pPr>
            <a:lvl7pPr>
              <a:defRPr sz="935"/>
            </a:lvl7pPr>
            <a:lvl8pPr>
              <a:defRPr sz="935"/>
            </a:lvl8pPr>
            <a:lvl9pPr>
              <a:defRPr sz="93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66229" y="961327"/>
            <a:ext cx="3587801" cy="1780978"/>
          </a:xfrm>
        </p:spPr>
        <p:txBody>
          <a:bodyPr/>
          <a:lstStyle>
            <a:lvl1pPr marL="0" indent="0">
              <a:buNone/>
              <a:defRPr sz="750"/>
            </a:lvl1pPr>
            <a:lvl2pPr marL="213360" indent="0">
              <a:buNone/>
              <a:defRPr sz="655"/>
            </a:lvl2pPr>
            <a:lvl3pPr marL="427355" indent="0">
              <a:buNone/>
              <a:defRPr sz="560"/>
            </a:lvl3pPr>
            <a:lvl4pPr marL="640715" indent="0">
              <a:buNone/>
              <a:defRPr sz="465"/>
            </a:lvl4pPr>
            <a:lvl5pPr marL="854710" indent="0">
              <a:buNone/>
              <a:defRPr sz="465"/>
            </a:lvl5pPr>
            <a:lvl6pPr marL="1068070" indent="0">
              <a:buNone/>
              <a:defRPr sz="465"/>
            </a:lvl6pPr>
            <a:lvl7pPr marL="1281430" indent="0">
              <a:buNone/>
              <a:defRPr sz="465"/>
            </a:lvl7pPr>
            <a:lvl8pPr marL="1495425" indent="0">
              <a:buNone/>
              <a:defRPr sz="465"/>
            </a:lvl8pPr>
            <a:lvl9pPr marL="1708785" indent="0">
              <a:buNone/>
              <a:defRPr sz="46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6229" y="213628"/>
            <a:ext cx="3587801" cy="747699"/>
          </a:xfrm>
        </p:spPr>
        <p:txBody>
          <a:bodyPr anchor="b"/>
          <a:lstStyle>
            <a:lvl1pPr>
              <a:defRPr sz="1495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729178" y="461378"/>
            <a:ext cx="5631560" cy="2277218"/>
          </a:xfrm>
        </p:spPr>
        <p:txBody>
          <a:bodyPr/>
          <a:lstStyle>
            <a:lvl1pPr marL="0" indent="0">
              <a:buNone/>
              <a:defRPr sz="1495"/>
            </a:lvl1pPr>
            <a:lvl2pPr marL="213360" indent="0">
              <a:buNone/>
              <a:defRPr sz="1310"/>
            </a:lvl2pPr>
            <a:lvl3pPr marL="427355" indent="0">
              <a:buNone/>
              <a:defRPr sz="1120"/>
            </a:lvl3pPr>
            <a:lvl4pPr marL="640715" indent="0">
              <a:buNone/>
              <a:defRPr sz="935"/>
            </a:lvl4pPr>
            <a:lvl5pPr marL="854710" indent="0">
              <a:buNone/>
              <a:defRPr sz="935"/>
            </a:lvl5pPr>
            <a:lvl6pPr marL="1068070" indent="0">
              <a:buNone/>
              <a:defRPr sz="935"/>
            </a:lvl6pPr>
            <a:lvl7pPr marL="1281430" indent="0">
              <a:buNone/>
              <a:defRPr sz="935"/>
            </a:lvl7pPr>
            <a:lvl8pPr marL="1495425" indent="0">
              <a:buNone/>
              <a:defRPr sz="935"/>
            </a:lvl8pPr>
            <a:lvl9pPr marL="1708785" indent="0">
              <a:buNone/>
              <a:defRPr sz="93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66229" y="961327"/>
            <a:ext cx="3587801" cy="1780978"/>
          </a:xfrm>
        </p:spPr>
        <p:txBody>
          <a:bodyPr/>
          <a:lstStyle>
            <a:lvl1pPr marL="0" indent="0">
              <a:buNone/>
              <a:defRPr sz="750"/>
            </a:lvl1pPr>
            <a:lvl2pPr marL="213360" indent="0">
              <a:buNone/>
              <a:defRPr sz="655"/>
            </a:lvl2pPr>
            <a:lvl3pPr marL="427355" indent="0">
              <a:buNone/>
              <a:defRPr sz="560"/>
            </a:lvl3pPr>
            <a:lvl4pPr marL="640715" indent="0">
              <a:buNone/>
              <a:defRPr sz="465"/>
            </a:lvl4pPr>
            <a:lvl5pPr marL="854710" indent="0">
              <a:buNone/>
              <a:defRPr sz="465"/>
            </a:lvl5pPr>
            <a:lvl6pPr marL="1068070" indent="0">
              <a:buNone/>
              <a:defRPr sz="465"/>
            </a:lvl6pPr>
            <a:lvl7pPr marL="1281430" indent="0">
              <a:buNone/>
              <a:defRPr sz="465"/>
            </a:lvl7pPr>
            <a:lvl8pPr marL="1495425" indent="0">
              <a:buNone/>
              <a:defRPr sz="465"/>
            </a:lvl8pPr>
            <a:lvl9pPr marL="1708785" indent="0">
              <a:buNone/>
              <a:defRPr sz="46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960662" y="170606"/>
            <a:ext cx="2398627" cy="271560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64780" y="170606"/>
            <a:ext cx="7056831" cy="271560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764780" y="170606"/>
            <a:ext cx="9594509" cy="6193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64780" y="853030"/>
            <a:ext cx="9594509" cy="20331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64780" y="2970027"/>
            <a:ext cx="2502916" cy="1706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684848" y="2970027"/>
            <a:ext cx="3754373" cy="1706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56374" y="2970027"/>
            <a:ext cx="2502916" cy="17060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27355" rtl="0" eaLnBrk="1" latinLnBrk="0" hangingPunct="1">
        <a:lnSpc>
          <a:spcPct val="90000"/>
        </a:lnSpc>
        <a:spcBef>
          <a:spcPct val="0"/>
        </a:spcBef>
        <a:buNone/>
        <a:defRPr sz="205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06680" indent="-106680" algn="l" defTabSz="427355" rtl="0" eaLnBrk="1" latinLnBrk="0" hangingPunct="1">
        <a:lnSpc>
          <a:spcPct val="90000"/>
        </a:lnSpc>
        <a:spcBef>
          <a:spcPts val="465"/>
        </a:spcBef>
        <a:buFont typeface="Arial" panose="020B0604020202020204" pitchFamily="34" charset="0"/>
        <a:buChar char="•"/>
        <a:defRPr sz="1310" kern="1200">
          <a:solidFill>
            <a:schemeClr val="tx1"/>
          </a:solidFill>
          <a:latin typeface="+mn-lt"/>
          <a:ea typeface="+mn-ea"/>
          <a:cs typeface="+mn-cs"/>
        </a:defRPr>
      </a:lvl1pPr>
      <a:lvl2pPr marL="320675" indent="-106680" algn="l" defTabSz="427355" rtl="0" eaLnBrk="1" latinLnBrk="0" hangingPunct="1">
        <a:lnSpc>
          <a:spcPct val="90000"/>
        </a:lnSpc>
        <a:spcBef>
          <a:spcPct val="47000"/>
        </a:spcBef>
        <a:buFont typeface="Arial" panose="020B0604020202020204" pitchFamily="34" charset="0"/>
        <a:buChar char="•"/>
        <a:defRPr sz="1120" kern="1200">
          <a:solidFill>
            <a:schemeClr val="tx1"/>
          </a:solidFill>
          <a:latin typeface="+mn-lt"/>
          <a:ea typeface="+mn-ea"/>
          <a:cs typeface="+mn-cs"/>
        </a:defRPr>
      </a:lvl2pPr>
      <a:lvl3pPr marL="534035" indent="-106680" algn="l" defTabSz="427355" rtl="0" eaLnBrk="1" latinLnBrk="0" hangingPunct="1">
        <a:lnSpc>
          <a:spcPct val="90000"/>
        </a:lnSpc>
        <a:spcBef>
          <a:spcPct val="47000"/>
        </a:spcBef>
        <a:buFont typeface="Arial" panose="020B0604020202020204" pitchFamily="34" charset="0"/>
        <a:buChar char="•"/>
        <a:defRPr sz="935" kern="1200">
          <a:solidFill>
            <a:schemeClr val="tx1"/>
          </a:solidFill>
          <a:latin typeface="+mn-lt"/>
          <a:ea typeface="+mn-ea"/>
          <a:cs typeface="+mn-cs"/>
        </a:defRPr>
      </a:lvl3pPr>
      <a:lvl4pPr marL="747395" indent="-106680" algn="l" defTabSz="427355" rtl="0" eaLnBrk="1" latinLnBrk="0" hangingPunct="1">
        <a:lnSpc>
          <a:spcPct val="90000"/>
        </a:lnSpc>
        <a:spcBef>
          <a:spcPct val="47000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4pPr>
      <a:lvl5pPr marL="961390" indent="-106680" algn="l" defTabSz="427355" rtl="0" eaLnBrk="1" latinLnBrk="0" hangingPunct="1">
        <a:lnSpc>
          <a:spcPct val="90000"/>
        </a:lnSpc>
        <a:spcBef>
          <a:spcPct val="47000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5pPr>
      <a:lvl6pPr marL="1174750" indent="-106680" algn="l" defTabSz="427355" rtl="0" eaLnBrk="1" latinLnBrk="0" hangingPunct="1">
        <a:lnSpc>
          <a:spcPct val="90000"/>
        </a:lnSpc>
        <a:spcBef>
          <a:spcPct val="47000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6pPr>
      <a:lvl7pPr marL="1388110" indent="-106680" algn="l" defTabSz="427355" rtl="0" eaLnBrk="1" latinLnBrk="0" hangingPunct="1">
        <a:lnSpc>
          <a:spcPct val="90000"/>
        </a:lnSpc>
        <a:spcBef>
          <a:spcPct val="47000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7pPr>
      <a:lvl8pPr marL="1602105" indent="-106680" algn="l" defTabSz="427355" rtl="0" eaLnBrk="1" latinLnBrk="0" hangingPunct="1">
        <a:lnSpc>
          <a:spcPct val="90000"/>
        </a:lnSpc>
        <a:spcBef>
          <a:spcPct val="47000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8pPr>
      <a:lvl9pPr marL="1815465" indent="-106680" algn="l" defTabSz="427355" rtl="0" eaLnBrk="1" latinLnBrk="0" hangingPunct="1">
        <a:lnSpc>
          <a:spcPct val="90000"/>
        </a:lnSpc>
        <a:spcBef>
          <a:spcPct val="47000"/>
        </a:spcBef>
        <a:buFont typeface="Arial" panose="020B0604020202020204" pitchFamily="34" charset="0"/>
        <a:buChar char="•"/>
        <a:defRPr sz="8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27355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1pPr>
      <a:lvl2pPr marL="213360" algn="l" defTabSz="427355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2pPr>
      <a:lvl3pPr marL="427355" algn="l" defTabSz="427355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3pPr>
      <a:lvl4pPr marL="640715" algn="l" defTabSz="427355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4pPr>
      <a:lvl5pPr marL="854710" algn="l" defTabSz="427355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5pPr>
      <a:lvl6pPr marL="1068070" algn="l" defTabSz="427355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6pPr>
      <a:lvl7pPr marL="1281430" algn="l" defTabSz="427355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7pPr>
      <a:lvl8pPr marL="1495425" algn="l" defTabSz="427355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8pPr>
      <a:lvl9pPr marL="1708785" algn="l" defTabSz="427355" rtl="0" eaLnBrk="1" latinLnBrk="0" hangingPunct="1">
        <a:defRPr sz="8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" name="矩形 31"/>
          <p:cNvSpPr/>
          <p:nvPr/>
        </p:nvSpPr>
        <p:spPr>
          <a:xfrm>
            <a:off x="6758305" y="901700"/>
            <a:ext cx="1993265" cy="2257425"/>
          </a:xfrm>
          <a:prstGeom prst="rect">
            <a:avLst/>
          </a:prstGeom>
          <a:solidFill>
            <a:srgbClr val="E6F1E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/>
          </a:p>
        </p:txBody>
      </p:sp>
      <p:sp>
        <p:nvSpPr>
          <p:cNvPr id="27" name="矩形 26"/>
          <p:cNvSpPr/>
          <p:nvPr/>
        </p:nvSpPr>
        <p:spPr>
          <a:xfrm>
            <a:off x="3405505" y="896620"/>
            <a:ext cx="1957705" cy="2257425"/>
          </a:xfrm>
          <a:prstGeom prst="rect">
            <a:avLst/>
          </a:prstGeom>
          <a:solidFill>
            <a:srgbClr val="FBEDE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/>
          </a:p>
        </p:txBody>
      </p:sp>
      <p:sp>
        <p:nvSpPr>
          <p:cNvPr id="5" name="矩形 4"/>
          <p:cNvSpPr/>
          <p:nvPr/>
        </p:nvSpPr>
        <p:spPr>
          <a:xfrm>
            <a:off x="80010" y="898525"/>
            <a:ext cx="1957070" cy="2256790"/>
          </a:xfrm>
          <a:prstGeom prst="rect">
            <a:avLst/>
          </a:prstGeom>
          <a:solidFill>
            <a:srgbClr val="E5EFF8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/>
          </a:p>
        </p:txBody>
      </p:sp>
      <p:sp>
        <p:nvSpPr>
          <p:cNvPr id="9" name="矩形 8"/>
          <p:cNvSpPr/>
          <p:nvPr/>
        </p:nvSpPr>
        <p:spPr>
          <a:xfrm>
            <a:off x="273685" y="1379220"/>
            <a:ext cx="1561465" cy="328930"/>
          </a:xfrm>
          <a:prstGeom prst="rect">
            <a:avLst/>
          </a:prstGeom>
          <a:solidFill>
            <a:srgbClr val="BBD6EB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场景图遍历</a:t>
            </a:r>
            <a:endParaRPr lang="zh-CN" altLang="en-US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603625" y="1377315"/>
            <a:ext cx="1561465" cy="328930"/>
          </a:xfrm>
          <a:prstGeom prst="rect">
            <a:avLst/>
          </a:prstGeom>
          <a:solidFill>
            <a:srgbClr val="F7CAAB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顶点着色</a:t>
            </a:r>
            <a:endParaRPr lang="zh-CN" altLang="en-US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005955" y="1368425"/>
            <a:ext cx="1561465" cy="313690"/>
          </a:xfrm>
          <a:prstGeom prst="rect">
            <a:avLst/>
          </a:prstGeom>
          <a:solidFill>
            <a:srgbClr val="C5DFB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片段转化</a:t>
            </a:r>
            <a:endParaRPr lang="zh-CN" altLang="en-US" sz="1600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98170" y="956945"/>
            <a:ext cx="10648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应用阶段</a:t>
            </a:r>
            <a:endParaRPr lang="zh-CN" altLang="en-US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73685" y="1823720"/>
            <a:ext cx="1561465" cy="328930"/>
          </a:xfrm>
          <a:prstGeom prst="rect">
            <a:avLst/>
          </a:prstGeom>
          <a:solidFill>
            <a:srgbClr val="BBD6EB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数据预处理</a:t>
            </a:r>
            <a:endParaRPr lang="zh-CN" altLang="en-US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73685" y="2279650"/>
            <a:ext cx="1561465" cy="328930"/>
          </a:xfrm>
          <a:prstGeom prst="rect">
            <a:avLst/>
          </a:prstGeom>
          <a:solidFill>
            <a:srgbClr val="BBD6EB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物理仿真更新</a:t>
            </a:r>
            <a:endParaRPr lang="zh-CN" altLang="en-US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743585" y="2712720"/>
            <a:ext cx="10648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……</a:t>
            </a:r>
            <a:endParaRPr lang="en-US" altLang="zh-CN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603625" y="1821815"/>
            <a:ext cx="1561465" cy="328930"/>
          </a:xfrm>
          <a:prstGeom prst="rect">
            <a:avLst/>
          </a:prstGeom>
          <a:solidFill>
            <a:srgbClr val="F7CAAB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几何着色</a:t>
            </a:r>
            <a:endParaRPr lang="zh-CN" altLang="en-US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3603625" y="2281555"/>
            <a:ext cx="1561465" cy="328930"/>
          </a:xfrm>
          <a:prstGeom prst="rect">
            <a:avLst/>
          </a:prstGeom>
          <a:solidFill>
            <a:srgbClr val="F7CAAB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裁剪投影</a:t>
            </a:r>
            <a:endParaRPr lang="zh-CN" altLang="en-US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100195" y="2693035"/>
            <a:ext cx="10648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……</a:t>
            </a:r>
            <a:endParaRPr lang="en-US" altLang="zh-CN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7005955" y="1809115"/>
            <a:ext cx="1561465" cy="313690"/>
          </a:xfrm>
          <a:prstGeom prst="rect">
            <a:avLst/>
          </a:prstGeom>
          <a:solidFill>
            <a:srgbClr val="C5DFB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像素着色</a:t>
            </a:r>
            <a:endParaRPr lang="zh-CN" altLang="en-US" sz="1600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7005955" y="2277110"/>
            <a:ext cx="1561465" cy="313690"/>
          </a:xfrm>
          <a:prstGeom prst="rect">
            <a:avLst/>
          </a:prstGeom>
          <a:solidFill>
            <a:srgbClr val="C5DFB2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  <a:latin typeface="Times New Roman" panose="02020603050405020304" charset="0"/>
                <a:ea typeface="宋体" panose="02010600030101010101" pitchFamily="2" charset="-122"/>
                <a:cs typeface="Times New Roman" panose="02020603050405020304" charset="0"/>
                <a:sym typeface="+mn-ea"/>
              </a:rPr>
              <a:t>深度测试</a:t>
            </a:r>
            <a:endParaRPr lang="zh-CN" altLang="en-US" sz="1600">
              <a:solidFill>
                <a:schemeClr val="tx1"/>
              </a:solidFill>
              <a:latin typeface="Times New Roman" panose="02020603050405020304" charset="0"/>
              <a:ea typeface="宋体" panose="02010600030101010101" pitchFamily="2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7502525" y="2684780"/>
            <a:ext cx="10648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……</a:t>
            </a:r>
            <a:endParaRPr lang="en-US" altLang="zh-CN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cxnSp>
        <p:nvCxnSpPr>
          <p:cNvPr id="35" name="直接箭头连接符 34"/>
          <p:cNvCxnSpPr>
            <a:stCxn id="5" idx="3"/>
            <a:endCxn id="27" idx="1"/>
          </p:cNvCxnSpPr>
          <p:nvPr/>
        </p:nvCxnSpPr>
        <p:spPr>
          <a:xfrm flipV="1">
            <a:off x="2037080" y="2025650"/>
            <a:ext cx="1368425" cy="1270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/>
          <p:nvPr/>
        </p:nvCxnSpPr>
        <p:spPr>
          <a:xfrm>
            <a:off x="5376545" y="2025650"/>
            <a:ext cx="1368425" cy="635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3" name="文本框 42"/>
          <p:cNvSpPr txBox="1"/>
          <p:nvPr/>
        </p:nvSpPr>
        <p:spPr>
          <a:xfrm>
            <a:off x="3950970" y="984885"/>
            <a:ext cx="10648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几何阶段</a:t>
            </a:r>
            <a:endParaRPr lang="zh-CN" altLang="en-US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7241540" y="1002030"/>
            <a:ext cx="141478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光栅化阶段</a:t>
            </a:r>
            <a:endParaRPr lang="zh-CN" altLang="en-US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cxnSp>
        <p:nvCxnSpPr>
          <p:cNvPr id="52" name="肘形连接符 51"/>
          <p:cNvCxnSpPr>
            <a:stCxn id="5" idx="0"/>
          </p:cNvCxnSpPr>
          <p:nvPr/>
        </p:nvCxnSpPr>
        <p:spPr>
          <a:xfrm rot="16200000" flipH="1">
            <a:off x="2489835" y="-532765"/>
            <a:ext cx="3175" cy="2865755"/>
          </a:xfrm>
          <a:prstGeom prst="bentConnector3">
            <a:avLst>
              <a:gd name="adj1" fmla="val -18210000"/>
            </a:avLst>
          </a:prstGeom>
          <a:ln w="12700" cap="flat" cmpd="sng" algn="ctr">
            <a:solidFill>
              <a:schemeClr val="tx1"/>
            </a:solidFill>
            <a:prstDash val="dash"/>
            <a:miter lim="800000"/>
            <a:headEnd type="none"/>
            <a:tailEnd type="triangle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2" name="肘形连接符 61"/>
          <p:cNvCxnSpPr/>
          <p:nvPr/>
        </p:nvCxnSpPr>
        <p:spPr>
          <a:xfrm rot="16200000" flipH="1">
            <a:off x="6326505" y="-549910"/>
            <a:ext cx="3175" cy="2865755"/>
          </a:xfrm>
          <a:prstGeom prst="bentConnector3">
            <a:avLst>
              <a:gd name="adj1" fmla="val -18210000"/>
            </a:avLst>
          </a:prstGeom>
          <a:ln w="12700" cap="flat" cmpd="sng" algn="ctr">
            <a:solidFill>
              <a:schemeClr val="tx1"/>
            </a:solidFill>
            <a:prstDash val="dash"/>
            <a:miter lim="800000"/>
            <a:headEnd type="none"/>
            <a:tailEnd type="triangle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6" name="文本框 65"/>
          <p:cNvSpPr txBox="1"/>
          <p:nvPr/>
        </p:nvSpPr>
        <p:spPr>
          <a:xfrm>
            <a:off x="1914525" y="-29845"/>
            <a:ext cx="15855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输出渲染单元</a:t>
            </a:r>
            <a:endParaRPr lang="zh-CN" altLang="en-US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5376545" y="6350"/>
            <a:ext cx="26187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输出屏幕空间顶点信息</a:t>
            </a:r>
            <a:endParaRPr lang="zh-CN" altLang="en-US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cxnSp>
        <p:nvCxnSpPr>
          <p:cNvPr id="81" name="直接箭头连接符 80"/>
          <p:cNvCxnSpPr/>
          <p:nvPr/>
        </p:nvCxnSpPr>
        <p:spPr>
          <a:xfrm>
            <a:off x="8764905" y="1883410"/>
            <a:ext cx="1016000" cy="7620"/>
          </a:xfrm>
          <a:prstGeom prst="straightConnector1">
            <a:avLst/>
          </a:prstGeom>
          <a:ln w="19050">
            <a:solidFill>
              <a:schemeClr val="tx1"/>
            </a:solidFill>
            <a:headEnd type="none"/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3" name="文本框 82"/>
          <p:cNvSpPr txBox="1"/>
          <p:nvPr/>
        </p:nvSpPr>
        <p:spPr>
          <a:xfrm>
            <a:off x="9637395" y="1566545"/>
            <a:ext cx="1550035" cy="595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像素数据写入</a:t>
            </a:r>
            <a:endParaRPr lang="zh-CN" altLang="en-US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algn="ctr"/>
            <a:r>
              <a:rPr lang="zh-CN" alt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帧缓冲区</a:t>
            </a:r>
            <a:endParaRPr lang="zh-CN" altLang="en-US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</Words>
  <Application>WPS 演示</Application>
  <PresentationFormat>宽屏</PresentationFormat>
  <Paragraphs>37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Times New Roman</vt:lpstr>
      <vt:lpstr>Calibri</vt:lpstr>
      <vt:lpstr>微软雅黑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山长水远.</cp:lastModifiedBy>
  <cp:revision>8</cp:revision>
  <dcterms:created xsi:type="dcterms:W3CDTF">2023-08-09T12:44:00Z</dcterms:created>
  <dcterms:modified xsi:type="dcterms:W3CDTF">2026-03-06T11:25:24Z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ED8A2234D1F74B25AD205DB5C49E6767_12</vt:lpwstr>
  </property>
</Properties>
</file>