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799445" cy="143954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53" userDrawn="1">
          <p15:clr>
            <a:srgbClr val="A4A3A4"/>
          </p15:clr>
        </p15:guide>
        <p15:guide id="2" pos="340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453"/>
        <p:guide pos="340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50000" y="235667"/>
            <a:ext cx="8100000" cy="501333"/>
          </a:xfrm>
        </p:spPr>
        <p:txBody>
          <a:bodyPr anchor="b"/>
          <a:lstStyle>
            <a:lvl1pPr algn="ctr"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50000" y="756333"/>
            <a:ext cx="8100000" cy="347667"/>
          </a:xfrm>
        </p:spPr>
        <p:txBody>
          <a:bodyPr/>
          <a:lstStyle>
            <a:lvl1pPr marL="0" indent="0" algn="ctr">
              <a:buNone/>
              <a:defRPr sz="505"/>
            </a:lvl1pPr>
            <a:lvl2pPr marL="95885" indent="0" algn="ctr">
              <a:buNone/>
              <a:defRPr sz="420"/>
            </a:lvl2pPr>
            <a:lvl3pPr marL="191770" indent="0" algn="ctr">
              <a:buNone/>
              <a:defRPr sz="380"/>
            </a:lvl3pPr>
            <a:lvl4pPr marL="288290" indent="0" algn="ctr">
              <a:buNone/>
              <a:defRPr sz="335"/>
            </a:lvl4pPr>
            <a:lvl5pPr marL="384175" indent="0" algn="ctr">
              <a:buNone/>
              <a:defRPr sz="335"/>
            </a:lvl5pPr>
            <a:lvl6pPr marL="480060" indent="0" algn="ctr">
              <a:buNone/>
              <a:defRPr sz="335"/>
            </a:lvl6pPr>
            <a:lvl7pPr marL="575945" indent="0" algn="ctr">
              <a:buNone/>
              <a:defRPr sz="335"/>
            </a:lvl7pPr>
            <a:lvl8pPr marL="671830" indent="0" algn="ctr">
              <a:buNone/>
              <a:defRPr sz="335"/>
            </a:lvl8pPr>
            <a:lvl9pPr marL="767715" indent="0" algn="ctr">
              <a:buNone/>
              <a:defRPr sz="335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875" y="359000"/>
            <a:ext cx="9314999" cy="599000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875" y="963667"/>
            <a:ext cx="9314999" cy="315000"/>
          </a:xfrm>
        </p:spPr>
        <p:txBody>
          <a:bodyPr/>
          <a:lstStyle>
            <a:lvl1pPr marL="0" indent="0">
              <a:buNone/>
              <a:defRPr sz="505">
                <a:solidFill>
                  <a:schemeClr val="tx1">
                    <a:tint val="75000"/>
                  </a:schemeClr>
                </a:solidFill>
              </a:defRPr>
            </a:lvl1pPr>
            <a:lvl2pPr marL="9588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2pPr>
            <a:lvl3pPr marL="191770" indent="0">
              <a:buNone/>
              <a:defRPr sz="380">
                <a:solidFill>
                  <a:schemeClr val="tx1">
                    <a:tint val="75000"/>
                  </a:schemeClr>
                </a:solidFill>
              </a:defRPr>
            </a:lvl3pPr>
            <a:lvl4pPr marL="288290" indent="0">
              <a:buNone/>
              <a:defRPr sz="335">
                <a:solidFill>
                  <a:schemeClr val="tx1">
                    <a:tint val="75000"/>
                  </a:schemeClr>
                </a:solidFill>
              </a:defRPr>
            </a:lvl4pPr>
            <a:lvl5pPr marL="384175" indent="0">
              <a:buNone/>
              <a:defRPr sz="335">
                <a:solidFill>
                  <a:schemeClr val="tx1">
                    <a:tint val="75000"/>
                  </a:schemeClr>
                </a:solidFill>
              </a:defRPr>
            </a:lvl5pPr>
            <a:lvl6pPr marL="480060" indent="0">
              <a:buNone/>
              <a:defRPr sz="335">
                <a:solidFill>
                  <a:schemeClr val="tx1">
                    <a:tint val="75000"/>
                  </a:schemeClr>
                </a:solidFill>
              </a:defRPr>
            </a:lvl6pPr>
            <a:lvl7pPr marL="575945" indent="0">
              <a:buNone/>
              <a:defRPr sz="335">
                <a:solidFill>
                  <a:schemeClr val="tx1">
                    <a:tint val="75000"/>
                  </a:schemeClr>
                </a:solidFill>
              </a:defRPr>
            </a:lvl7pPr>
            <a:lvl8pPr marL="671830" indent="0">
              <a:buNone/>
              <a:defRPr sz="335">
                <a:solidFill>
                  <a:schemeClr val="tx1">
                    <a:tint val="75000"/>
                  </a:schemeClr>
                </a:solidFill>
              </a:defRPr>
            </a:lvl8pPr>
            <a:lvl9pPr marL="767715" indent="0">
              <a:buNone/>
              <a:defRPr sz="3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42500" y="383333"/>
            <a:ext cx="4590000" cy="913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67500" y="383333"/>
            <a:ext cx="4590000" cy="913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76667"/>
            <a:ext cx="9314999" cy="27833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3907" y="353000"/>
            <a:ext cx="4568906" cy="173000"/>
          </a:xfrm>
        </p:spPr>
        <p:txBody>
          <a:bodyPr anchor="b"/>
          <a:lstStyle>
            <a:lvl1pPr marL="0" indent="0">
              <a:buNone/>
              <a:defRPr sz="505" b="1"/>
            </a:lvl1pPr>
            <a:lvl2pPr marL="95885" indent="0">
              <a:buNone/>
              <a:defRPr sz="420" b="1"/>
            </a:lvl2pPr>
            <a:lvl3pPr marL="191770" indent="0">
              <a:buNone/>
              <a:defRPr sz="380" b="1"/>
            </a:lvl3pPr>
            <a:lvl4pPr marL="288290" indent="0">
              <a:buNone/>
              <a:defRPr sz="335" b="1"/>
            </a:lvl4pPr>
            <a:lvl5pPr marL="384175" indent="0">
              <a:buNone/>
              <a:defRPr sz="335" b="1"/>
            </a:lvl5pPr>
            <a:lvl6pPr marL="480060" indent="0">
              <a:buNone/>
              <a:defRPr sz="335" b="1"/>
            </a:lvl6pPr>
            <a:lvl7pPr marL="575945" indent="0">
              <a:buNone/>
              <a:defRPr sz="335" b="1"/>
            </a:lvl7pPr>
            <a:lvl8pPr marL="671830" indent="0">
              <a:buNone/>
              <a:defRPr sz="335" b="1"/>
            </a:lvl8pPr>
            <a:lvl9pPr marL="767715" indent="0">
              <a:buNone/>
              <a:defRPr sz="3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43907" y="526000"/>
            <a:ext cx="4568906" cy="773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67500" y="353000"/>
            <a:ext cx="4591406" cy="173000"/>
          </a:xfrm>
        </p:spPr>
        <p:txBody>
          <a:bodyPr anchor="b"/>
          <a:lstStyle>
            <a:lvl1pPr marL="0" indent="0">
              <a:buNone/>
              <a:defRPr sz="505" b="1"/>
            </a:lvl1pPr>
            <a:lvl2pPr marL="95885" indent="0">
              <a:buNone/>
              <a:defRPr sz="420" b="1"/>
            </a:lvl2pPr>
            <a:lvl3pPr marL="191770" indent="0">
              <a:buNone/>
              <a:defRPr sz="380" b="1"/>
            </a:lvl3pPr>
            <a:lvl4pPr marL="288290" indent="0">
              <a:buNone/>
              <a:defRPr sz="335" b="1"/>
            </a:lvl4pPr>
            <a:lvl5pPr marL="384175" indent="0">
              <a:buNone/>
              <a:defRPr sz="335" b="1"/>
            </a:lvl5pPr>
            <a:lvl6pPr marL="480060" indent="0">
              <a:buNone/>
              <a:defRPr sz="335" b="1"/>
            </a:lvl6pPr>
            <a:lvl7pPr marL="575945" indent="0">
              <a:buNone/>
              <a:defRPr sz="335" b="1"/>
            </a:lvl7pPr>
            <a:lvl8pPr marL="671830" indent="0">
              <a:buNone/>
              <a:defRPr sz="335" b="1"/>
            </a:lvl8pPr>
            <a:lvl9pPr marL="767715" indent="0">
              <a:buNone/>
              <a:defRPr sz="335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67500" y="526000"/>
            <a:ext cx="4591406" cy="77366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96000"/>
            <a:ext cx="3483281" cy="336000"/>
          </a:xfrm>
        </p:spPr>
        <p:txBody>
          <a:bodyPr anchor="b"/>
          <a:lstStyle>
            <a:lvl1pPr>
              <a:defRPr sz="6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91406" y="207333"/>
            <a:ext cx="5467500" cy="1023333"/>
          </a:xfrm>
        </p:spPr>
        <p:txBody>
          <a:bodyPr/>
          <a:lstStyle>
            <a:lvl1pPr>
              <a:defRPr sz="670"/>
            </a:lvl1pPr>
            <a:lvl2pPr>
              <a:defRPr sz="590"/>
            </a:lvl2pPr>
            <a:lvl3pPr>
              <a:defRPr sz="505"/>
            </a:lvl3pPr>
            <a:lvl4pPr>
              <a:defRPr sz="420"/>
            </a:lvl4pPr>
            <a:lvl5pPr>
              <a:defRPr sz="420"/>
            </a:lvl5pPr>
            <a:lvl6pPr>
              <a:defRPr sz="420"/>
            </a:lvl6pPr>
            <a:lvl7pPr>
              <a:defRPr sz="420"/>
            </a:lvl7pPr>
            <a:lvl8pPr>
              <a:defRPr sz="420"/>
            </a:lvl8pPr>
            <a:lvl9pPr>
              <a:defRPr sz="4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432000"/>
            <a:ext cx="3483281" cy="800333"/>
          </a:xfrm>
        </p:spPr>
        <p:txBody>
          <a:bodyPr/>
          <a:lstStyle>
            <a:lvl1pPr marL="0" indent="0">
              <a:buNone/>
              <a:defRPr sz="335"/>
            </a:lvl1pPr>
            <a:lvl2pPr marL="95885" indent="0">
              <a:buNone/>
              <a:defRPr sz="295"/>
            </a:lvl2pPr>
            <a:lvl3pPr marL="191770" indent="0">
              <a:buNone/>
              <a:defRPr sz="250"/>
            </a:lvl3pPr>
            <a:lvl4pPr marL="288290" indent="0">
              <a:buNone/>
              <a:defRPr sz="210"/>
            </a:lvl4pPr>
            <a:lvl5pPr marL="384175" indent="0">
              <a:buNone/>
              <a:defRPr sz="210"/>
            </a:lvl5pPr>
            <a:lvl6pPr marL="480060" indent="0">
              <a:buNone/>
              <a:defRPr sz="210"/>
            </a:lvl6pPr>
            <a:lvl7pPr marL="575945" indent="0">
              <a:buNone/>
              <a:defRPr sz="210"/>
            </a:lvl7pPr>
            <a:lvl8pPr marL="671830" indent="0">
              <a:buNone/>
              <a:defRPr sz="210"/>
            </a:lvl8pPr>
            <a:lvl9pPr marL="767715" indent="0">
              <a:buNone/>
              <a:defRPr sz="2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3907" y="96000"/>
            <a:ext cx="3483281" cy="336000"/>
          </a:xfrm>
        </p:spPr>
        <p:txBody>
          <a:bodyPr anchor="b"/>
          <a:lstStyle>
            <a:lvl1pPr>
              <a:defRPr sz="6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91406" y="207333"/>
            <a:ext cx="5467500" cy="1023333"/>
          </a:xfrm>
        </p:spPr>
        <p:txBody>
          <a:bodyPr/>
          <a:lstStyle>
            <a:lvl1pPr marL="0" indent="0">
              <a:buNone/>
              <a:defRPr sz="670"/>
            </a:lvl1pPr>
            <a:lvl2pPr marL="95885" indent="0">
              <a:buNone/>
              <a:defRPr sz="590"/>
            </a:lvl2pPr>
            <a:lvl3pPr marL="191770" indent="0">
              <a:buNone/>
              <a:defRPr sz="505"/>
            </a:lvl3pPr>
            <a:lvl4pPr marL="288290" indent="0">
              <a:buNone/>
              <a:defRPr sz="420"/>
            </a:lvl4pPr>
            <a:lvl5pPr marL="384175" indent="0">
              <a:buNone/>
              <a:defRPr sz="420"/>
            </a:lvl5pPr>
            <a:lvl6pPr marL="480060" indent="0">
              <a:buNone/>
              <a:defRPr sz="420"/>
            </a:lvl6pPr>
            <a:lvl7pPr marL="575945" indent="0">
              <a:buNone/>
              <a:defRPr sz="420"/>
            </a:lvl7pPr>
            <a:lvl8pPr marL="671830" indent="0">
              <a:buNone/>
              <a:defRPr sz="420"/>
            </a:lvl8pPr>
            <a:lvl9pPr marL="767715" indent="0">
              <a:buNone/>
              <a:defRPr sz="42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43907" y="432000"/>
            <a:ext cx="3483281" cy="800333"/>
          </a:xfrm>
        </p:spPr>
        <p:txBody>
          <a:bodyPr/>
          <a:lstStyle>
            <a:lvl1pPr marL="0" indent="0">
              <a:buNone/>
              <a:defRPr sz="335"/>
            </a:lvl1pPr>
            <a:lvl2pPr marL="95885" indent="0">
              <a:buNone/>
              <a:defRPr sz="295"/>
            </a:lvl2pPr>
            <a:lvl3pPr marL="191770" indent="0">
              <a:buNone/>
              <a:defRPr sz="250"/>
            </a:lvl3pPr>
            <a:lvl4pPr marL="288290" indent="0">
              <a:buNone/>
              <a:defRPr sz="210"/>
            </a:lvl4pPr>
            <a:lvl5pPr marL="384175" indent="0">
              <a:buNone/>
              <a:defRPr sz="210"/>
            </a:lvl5pPr>
            <a:lvl6pPr marL="480060" indent="0">
              <a:buNone/>
              <a:defRPr sz="210"/>
            </a:lvl6pPr>
            <a:lvl7pPr marL="575945" indent="0">
              <a:buNone/>
              <a:defRPr sz="210"/>
            </a:lvl7pPr>
            <a:lvl8pPr marL="671830" indent="0">
              <a:buNone/>
              <a:defRPr sz="210"/>
            </a:lvl8pPr>
            <a:lvl9pPr marL="767715" indent="0">
              <a:buNone/>
              <a:defRPr sz="2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28750" y="76667"/>
            <a:ext cx="2328750" cy="122033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42500" y="76667"/>
            <a:ext cx="6851250" cy="122033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42500" y="76667"/>
            <a:ext cx="9314999" cy="2783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2500" y="383333"/>
            <a:ext cx="9314999" cy="9136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42500" y="1334667"/>
            <a:ext cx="2430000" cy="7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77500" y="1334667"/>
            <a:ext cx="3645000" cy="7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627500" y="1334667"/>
            <a:ext cx="2430000" cy="76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1770" rtl="0" eaLnBrk="1" latinLnBrk="0" hangingPunct="1">
        <a:lnSpc>
          <a:spcPct val="90000"/>
        </a:lnSpc>
        <a:spcBef>
          <a:spcPct val="0"/>
        </a:spcBef>
        <a:buNone/>
        <a:defRPr sz="9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260" indent="-48260" algn="l" defTabSz="191770" rtl="0" eaLnBrk="1" latinLnBrk="0" hangingPunct="1">
        <a:lnSpc>
          <a:spcPct val="90000"/>
        </a:lnSpc>
        <a:spcBef>
          <a:spcPct val="42000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145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505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420" kern="1200">
          <a:solidFill>
            <a:schemeClr val="tx1"/>
          </a:solidFill>
          <a:latin typeface="+mn-lt"/>
          <a:ea typeface="+mn-ea"/>
          <a:cs typeface="+mn-cs"/>
        </a:defRPr>
      </a:lvl3pPr>
      <a:lvl4pPr marL="335915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1800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27685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4205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90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5975" indent="-48260" algn="l" defTabSz="191770" rtl="0" eaLnBrk="1" latinLnBrk="0" hangingPunct="1">
        <a:lnSpc>
          <a:spcPct val="90000"/>
        </a:lnSpc>
        <a:spcBef>
          <a:spcPct val="21000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5885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1770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8290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4175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60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5945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1830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67715" algn="l" defTabSz="191770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" name="矩形 26"/>
          <p:cNvSpPr/>
          <p:nvPr/>
        </p:nvSpPr>
        <p:spPr>
          <a:xfrm>
            <a:off x="131445" y="45720"/>
            <a:ext cx="8760460" cy="1362710"/>
          </a:xfrm>
          <a:prstGeom prst="rect">
            <a:avLst/>
          </a:prstGeom>
          <a:solidFill>
            <a:srgbClr val="E6F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 sz="1600"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20040" y="628650"/>
            <a:ext cx="1238885" cy="43624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三角形设置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576830" y="628650"/>
            <a:ext cx="1238885" cy="43624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三角形遍历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17" name="直接箭头连接符 16"/>
          <p:cNvCxnSpPr>
            <a:stCxn id="13" idx="3"/>
            <a:endCxn id="7" idx="1"/>
          </p:cNvCxnSpPr>
          <p:nvPr/>
        </p:nvCxnSpPr>
        <p:spPr>
          <a:xfrm>
            <a:off x="1558925" y="847090"/>
            <a:ext cx="10179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833620" y="628650"/>
            <a:ext cx="1238885" cy="43624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片元着色器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11" name="直接箭头连接符 10"/>
          <p:cNvCxnSpPr>
            <a:endCxn id="10" idx="1"/>
          </p:cNvCxnSpPr>
          <p:nvPr/>
        </p:nvCxnSpPr>
        <p:spPr>
          <a:xfrm>
            <a:off x="3815715" y="847090"/>
            <a:ext cx="10179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7090410" y="628650"/>
            <a:ext cx="1275080" cy="436245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逐片元操作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cxnSp>
        <p:nvCxnSpPr>
          <p:cNvPr id="21" name="直接箭头连接符 20"/>
          <p:cNvCxnSpPr>
            <a:endCxn id="19" idx="1"/>
          </p:cNvCxnSpPr>
          <p:nvPr/>
        </p:nvCxnSpPr>
        <p:spPr>
          <a:xfrm>
            <a:off x="6072505" y="847090"/>
            <a:ext cx="10179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8365490" y="847090"/>
            <a:ext cx="1017905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3395" y="568325"/>
            <a:ext cx="1114425" cy="5861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061460" y="140335"/>
            <a:ext cx="13563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光栅化阶段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440545" y="242570"/>
            <a:ext cx="1177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屏幕图像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</Words>
  <Application>WPS 演示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6</cp:revision>
  <dcterms:created xsi:type="dcterms:W3CDTF">2023-08-09T12:44:00Z</dcterms:created>
  <dcterms:modified xsi:type="dcterms:W3CDTF">2026-03-06T11:28:04Z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A8C3F5F1B3464F0491F68E3E7C6DC150_12</vt:lpwstr>
  </property>
</Properties>
</file>