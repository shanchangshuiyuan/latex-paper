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9359900" cy="575945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31" userDrawn="1">
          <p15:clr>
            <a:srgbClr val="A4A3A4"/>
          </p15:clr>
        </p15:guide>
        <p15:guide id="2" pos="291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CA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831"/>
        <p:guide pos="29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70000" y="942667"/>
            <a:ext cx="7020000" cy="2005333"/>
          </a:xfrm>
        </p:spPr>
        <p:txBody>
          <a:bodyPr anchor="b"/>
          <a:lstStyle>
            <a:lvl1pPr algn="ctr">
              <a:defRPr sz="504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70000" y="3025334"/>
            <a:ext cx="7020000" cy="1390666"/>
          </a:xfrm>
        </p:spPr>
        <p:txBody>
          <a:bodyPr/>
          <a:lstStyle>
            <a:lvl1pPr marL="0" indent="0" algn="ctr">
              <a:buNone/>
              <a:defRPr sz="2015"/>
            </a:lvl1pPr>
            <a:lvl2pPr marL="384175" indent="0" algn="ctr">
              <a:buNone/>
              <a:defRPr sz="1680"/>
            </a:lvl2pPr>
            <a:lvl3pPr marL="767715" indent="0" algn="ctr">
              <a:buNone/>
              <a:defRPr sz="1510"/>
            </a:lvl3pPr>
            <a:lvl4pPr marL="1151890" indent="0" algn="ctr">
              <a:buNone/>
              <a:defRPr sz="1345"/>
            </a:lvl4pPr>
            <a:lvl5pPr marL="1536065" indent="0" algn="ctr">
              <a:buNone/>
              <a:defRPr sz="1345"/>
            </a:lvl5pPr>
            <a:lvl6pPr marL="1920240" indent="0" algn="ctr">
              <a:buNone/>
              <a:defRPr sz="1345"/>
            </a:lvl6pPr>
            <a:lvl7pPr marL="2303780" indent="0" algn="ctr">
              <a:buNone/>
              <a:defRPr sz="1345"/>
            </a:lvl7pPr>
            <a:lvl8pPr marL="2687955" indent="0" algn="ctr">
              <a:buNone/>
              <a:defRPr sz="1345"/>
            </a:lvl8pPr>
            <a:lvl9pPr marL="3072130" indent="0" algn="ctr">
              <a:buNone/>
              <a:defRPr sz="134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8625" y="1436000"/>
            <a:ext cx="8073000" cy="2396000"/>
          </a:xfrm>
        </p:spPr>
        <p:txBody>
          <a:bodyPr anchor="b"/>
          <a:lstStyle>
            <a:lvl1pPr>
              <a:defRPr sz="504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8625" y="3854667"/>
            <a:ext cx="8073000" cy="1260000"/>
          </a:xfrm>
        </p:spPr>
        <p:txBody>
          <a:bodyPr/>
          <a:lstStyle>
            <a:lvl1pPr marL="0" indent="0">
              <a:buNone/>
              <a:defRPr sz="2015">
                <a:solidFill>
                  <a:schemeClr val="tx1">
                    <a:tint val="75000"/>
                  </a:schemeClr>
                </a:solidFill>
              </a:defRPr>
            </a:lvl1pPr>
            <a:lvl2pPr marL="384175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2pPr>
            <a:lvl3pPr marL="767715" indent="0">
              <a:buNone/>
              <a:defRPr sz="1510">
                <a:solidFill>
                  <a:schemeClr val="tx1">
                    <a:tint val="75000"/>
                  </a:schemeClr>
                </a:solidFill>
              </a:defRPr>
            </a:lvl3pPr>
            <a:lvl4pPr marL="1151890" indent="0">
              <a:buNone/>
              <a:defRPr sz="1345">
                <a:solidFill>
                  <a:schemeClr val="tx1">
                    <a:tint val="75000"/>
                  </a:schemeClr>
                </a:solidFill>
              </a:defRPr>
            </a:lvl4pPr>
            <a:lvl5pPr marL="1536065" indent="0">
              <a:buNone/>
              <a:defRPr sz="1345">
                <a:solidFill>
                  <a:schemeClr val="tx1">
                    <a:tint val="75000"/>
                  </a:schemeClr>
                </a:solidFill>
              </a:defRPr>
            </a:lvl5pPr>
            <a:lvl6pPr marL="1920240" indent="0">
              <a:buNone/>
              <a:defRPr sz="1345">
                <a:solidFill>
                  <a:schemeClr val="tx1">
                    <a:tint val="75000"/>
                  </a:schemeClr>
                </a:solidFill>
              </a:defRPr>
            </a:lvl6pPr>
            <a:lvl7pPr marL="2303780" indent="0">
              <a:buNone/>
              <a:defRPr sz="1345">
                <a:solidFill>
                  <a:schemeClr val="tx1">
                    <a:tint val="75000"/>
                  </a:schemeClr>
                </a:solidFill>
              </a:defRPr>
            </a:lvl7pPr>
            <a:lvl8pPr marL="2687955" indent="0">
              <a:buNone/>
              <a:defRPr sz="1345">
                <a:solidFill>
                  <a:schemeClr val="tx1">
                    <a:tint val="75000"/>
                  </a:schemeClr>
                </a:solidFill>
              </a:defRPr>
            </a:lvl8pPr>
            <a:lvl9pPr marL="3072130" indent="0">
              <a:buNone/>
              <a:defRPr sz="13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3500" y="1533333"/>
            <a:ext cx="3978000" cy="365466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38500" y="1533333"/>
            <a:ext cx="3978000" cy="365466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4719" y="306667"/>
            <a:ext cx="8073000" cy="1113334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44719" y="1412000"/>
            <a:ext cx="3959718" cy="692000"/>
          </a:xfrm>
        </p:spPr>
        <p:txBody>
          <a:bodyPr anchor="b"/>
          <a:lstStyle>
            <a:lvl1pPr marL="0" indent="0">
              <a:buNone/>
              <a:defRPr sz="2015" b="1"/>
            </a:lvl1pPr>
            <a:lvl2pPr marL="384175" indent="0">
              <a:buNone/>
              <a:defRPr sz="1680" b="1"/>
            </a:lvl2pPr>
            <a:lvl3pPr marL="767715" indent="0">
              <a:buNone/>
              <a:defRPr sz="1510" b="1"/>
            </a:lvl3pPr>
            <a:lvl4pPr marL="1151890" indent="0">
              <a:buNone/>
              <a:defRPr sz="1345" b="1"/>
            </a:lvl4pPr>
            <a:lvl5pPr marL="1536065" indent="0">
              <a:buNone/>
              <a:defRPr sz="1345" b="1"/>
            </a:lvl5pPr>
            <a:lvl6pPr marL="1920240" indent="0">
              <a:buNone/>
              <a:defRPr sz="1345" b="1"/>
            </a:lvl6pPr>
            <a:lvl7pPr marL="2303780" indent="0">
              <a:buNone/>
              <a:defRPr sz="1345" b="1"/>
            </a:lvl7pPr>
            <a:lvl8pPr marL="2687955" indent="0">
              <a:buNone/>
              <a:defRPr sz="1345" b="1"/>
            </a:lvl8pPr>
            <a:lvl9pPr marL="3072130" indent="0">
              <a:buNone/>
              <a:defRPr sz="134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44719" y="2104000"/>
            <a:ext cx="3959718" cy="309466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738500" y="1412000"/>
            <a:ext cx="3979219" cy="692000"/>
          </a:xfrm>
        </p:spPr>
        <p:txBody>
          <a:bodyPr anchor="b"/>
          <a:lstStyle>
            <a:lvl1pPr marL="0" indent="0">
              <a:buNone/>
              <a:defRPr sz="2015" b="1"/>
            </a:lvl1pPr>
            <a:lvl2pPr marL="384175" indent="0">
              <a:buNone/>
              <a:defRPr sz="1680" b="1"/>
            </a:lvl2pPr>
            <a:lvl3pPr marL="767715" indent="0">
              <a:buNone/>
              <a:defRPr sz="1510" b="1"/>
            </a:lvl3pPr>
            <a:lvl4pPr marL="1151890" indent="0">
              <a:buNone/>
              <a:defRPr sz="1345" b="1"/>
            </a:lvl4pPr>
            <a:lvl5pPr marL="1536065" indent="0">
              <a:buNone/>
              <a:defRPr sz="1345" b="1"/>
            </a:lvl5pPr>
            <a:lvl6pPr marL="1920240" indent="0">
              <a:buNone/>
              <a:defRPr sz="1345" b="1"/>
            </a:lvl6pPr>
            <a:lvl7pPr marL="2303780" indent="0">
              <a:buNone/>
              <a:defRPr sz="1345" b="1"/>
            </a:lvl7pPr>
            <a:lvl8pPr marL="2687955" indent="0">
              <a:buNone/>
              <a:defRPr sz="1345" b="1"/>
            </a:lvl8pPr>
            <a:lvl9pPr marL="3072130" indent="0">
              <a:buNone/>
              <a:defRPr sz="134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738500" y="2104000"/>
            <a:ext cx="3979219" cy="309466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4719" y="384000"/>
            <a:ext cx="3018843" cy="1344000"/>
          </a:xfrm>
        </p:spPr>
        <p:txBody>
          <a:bodyPr anchor="b"/>
          <a:lstStyle>
            <a:lvl1pPr>
              <a:defRPr sz="269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979219" y="829333"/>
            <a:ext cx="4738500" cy="4093333"/>
          </a:xfrm>
        </p:spPr>
        <p:txBody>
          <a:bodyPr/>
          <a:lstStyle>
            <a:lvl1pPr>
              <a:defRPr sz="2690"/>
            </a:lvl1pPr>
            <a:lvl2pPr>
              <a:defRPr sz="2350"/>
            </a:lvl2pPr>
            <a:lvl3pPr>
              <a:defRPr sz="2015"/>
            </a:lvl3pPr>
            <a:lvl4pPr>
              <a:defRPr sz="1680"/>
            </a:lvl4pPr>
            <a:lvl5pPr>
              <a:defRPr sz="1680"/>
            </a:lvl5pPr>
            <a:lvl6pPr>
              <a:defRPr sz="1680"/>
            </a:lvl6pPr>
            <a:lvl7pPr>
              <a:defRPr sz="1680"/>
            </a:lvl7pPr>
            <a:lvl8pPr>
              <a:defRPr sz="1680"/>
            </a:lvl8pPr>
            <a:lvl9pPr>
              <a:defRPr sz="168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44719" y="1728000"/>
            <a:ext cx="3018843" cy="3201334"/>
          </a:xfrm>
        </p:spPr>
        <p:txBody>
          <a:bodyPr/>
          <a:lstStyle>
            <a:lvl1pPr marL="0" indent="0">
              <a:buNone/>
              <a:defRPr sz="1345"/>
            </a:lvl1pPr>
            <a:lvl2pPr marL="384175" indent="0">
              <a:buNone/>
              <a:defRPr sz="1175"/>
            </a:lvl2pPr>
            <a:lvl3pPr marL="767715" indent="0">
              <a:buNone/>
              <a:defRPr sz="1010"/>
            </a:lvl3pPr>
            <a:lvl4pPr marL="1151890" indent="0">
              <a:buNone/>
              <a:defRPr sz="840"/>
            </a:lvl4pPr>
            <a:lvl5pPr marL="1536065" indent="0">
              <a:buNone/>
              <a:defRPr sz="840"/>
            </a:lvl5pPr>
            <a:lvl6pPr marL="1920240" indent="0">
              <a:buNone/>
              <a:defRPr sz="840"/>
            </a:lvl6pPr>
            <a:lvl7pPr marL="2303780" indent="0">
              <a:buNone/>
              <a:defRPr sz="840"/>
            </a:lvl7pPr>
            <a:lvl8pPr marL="2687955" indent="0">
              <a:buNone/>
              <a:defRPr sz="840"/>
            </a:lvl8pPr>
            <a:lvl9pPr marL="3072130" indent="0">
              <a:buNone/>
              <a:defRPr sz="84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4719" y="384000"/>
            <a:ext cx="3018843" cy="1344000"/>
          </a:xfrm>
        </p:spPr>
        <p:txBody>
          <a:bodyPr anchor="b"/>
          <a:lstStyle>
            <a:lvl1pPr>
              <a:defRPr sz="269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979219" y="829333"/>
            <a:ext cx="4738500" cy="4093333"/>
          </a:xfrm>
        </p:spPr>
        <p:txBody>
          <a:bodyPr/>
          <a:lstStyle>
            <a:lvl1pPr marL="0" indent="0">
              <a:buNone/>
              <a:defRPr sz="2690"/>
            </a:lvl1pPr>
            <a:lvl2pPr marL="384175" indent="0">
              <a:buNone/>
              <a:defRPr sz="2350"/>
            </a:lvl2pPr>
            <a:lvl3pPr marL="767715" indent="0">
              <a:buNone/>
              <a:defRPr sz="2015"/>
            </a:lvl3pPr>
            <a:lvl4pPr marL="1151890" indent="0">
              <a:buNone/>
              <a:defRPr sz="1680"/>
            </a:lvl4pPr>
            <a:lvl5pPr marL="1536065" indent="0">
              <a:buNone/>
              <a:defRPr sz="1680"/>
            </a:lvl5pPr>
            <a:lvl6pPr marL="1920240" indent="0">
              <a:buNone/>
              <a:defRPr sz="1680"/>
            </a:lvl6pPr>
            <a:lvl7pPr marL="2303780" indent="0">
              <a:buNone/>
              <a:defRPr sz="1680"/>
            </a:lvl7pPr>
            <a:lvl8pPr marL="2687955" indent="0">
              <a:buNone/>
              <a:defRPr sz="1680"/>
            </a:lvl8pPr>
            <a:lvl9pPr marL="3072130" indent="0">
              <a:buNone/>
              <a:defRPr sz="168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44719" y="1728000"/>
            <a:ext cx="3018843" cy="3201334"/>
          </a:xfrm>
        </p:spPr>
        <p:txBody>
          <a:bodyPr/>
          <a:lstStyle>
            <a:lvl1pPr marL="0" indent="0">
              <a:buNone/>
              <a:defRPr sz="1345"/>
            </a:lvl1pPr>
            <a:lvl2pPr marL="384175" indent="0">
              <a:buNone/>
              <a:defRPr sz="1175"/>
            </a:lvl2pPr>
            <a:lvl3pPr marL="767715" indent="0">
              <a:buNone/>
              <a:defRPr sz="1010"/>
            </a:lvl3pPr>
            <a:lvl4pPr marL="1151890" indent="0">
              <a:buNone/>
              <a:defRPr sz="840"/>
            </a:lvl4pPr>
            <a:lvl5pPr marL="1536065" indent="0">
              <a:buNone/>
              <a:defRPr sz="840"/>
            </a:lvl5pPr>
            <a:lvl6pPr marL="1920240" indent="0">
              <a:buNone/>
              <a:defRPr sz="840"/>
            </a:lvl6pPr>
            <a:lvl7pPr marL="2303780" indent="0">
              <a:buNone/>
              <a:defRPr sz="840"/>
            </a:lvl7pPr>
            <a:lvl8pPr marL="2687955" indent="0">
              <a:buNone/>
              <a:defRPr sz="840"/>
            </a:lvl8pPr>
            <a:lvl9pPr marL="3072130" indent="0">
              <a:buNone/>
              <a:defRPr sz="84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98250" y="306667"/>
            <a:ext cx="2018250" cy="4881334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43500" y="306667"/>
            <a:ext cx="5937750" cy="4881334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43500" y="306667"/>
            <a:ext cx="8073000" cy="1113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43500" y="1533333"/>
            <a:ext cx="8073000" cy="36546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43500" y="5338667"/>
            <a:ext cx="2106000" cy="306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00500" y="5338667"/>
            <a:ext cx="3159000" cy="306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610500" y="5338667"/>
            <a:ext cx="2106000" cy="306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67715" rtl="0" eaLnBrk="1" latinLnBrk="0" hangingPunct="1">
        <a:lnSpc>
          <a:spcPct val="90000"/>
        </a:lnSpc>
        <a:spcBef>
          <a:spcPct val="0"/>
        </a:spcBef>
        <a:buNone/>
        <a:defRPr sz="36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1770" indent="-191770" algn="l" defTabSz="767715" rtl="0" eaLnBrk="1" latinLnBrk="0" hangingPunct="1">
        <a:lnSpc>
          <a:spcPct val="90000"/>
        </a:lnSpc>
        <a:spcBef>
          <a:spcPts val="840"/>
        </a:spcBef>
        <a:buFont typeface="Arial" panose="020B0604020202020204" pitchFamily="34" charset="0"/>
        <a:buChar char="•"/>
        <a:defRPr sz="2350" kern="1200">
          <a:solidFill>
            <a:schemeClr val="tx1"/>
          </a:solidFill>
          <a:latin typeface="+mn-lt"/>
          <a:ea typeface="+mn-ea"/>
          <a:cs typeface="+mn-cs"/>
        </a:defRPr>
      </a:lvl1pPr>
      <a:lvl2pPr marL="575945" indent="-191770" algn="l" defTabSz="76771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2015" kern="1200">
          <a:solidFill>
            <a:schemeClr val="tx1"/>
          </a:solidFill>
          <a:latin typeface="+mn-lt"/>
          <a:ea typeface="+mn-ea"/>
          <a:cs typeface="+mn-cs"/>
        </a:defRPr>
      </a:lvl2pPr>
      <a:lvl3pPr marL="960120" indent="-191770" algn="l" defTabSz="76771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3pPr>
      <a:lvl4pPr marL="1344295" indent="-191770" algn="l" defTabSz="76771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0" kern="1200">
          <a:solidFill>
            <a:schemeClr val="tx1"/>
          </a:solidFill>
          <a:latin typeface="+mn-lt"/>
          <a:ea typeface="+mn-ea"/>
          <a:cs typeface="+mn-cs"/>
        </a:defRPr>
      </a:lvl4pPr>
      <a:lvl5pPr marL="1727835" indent="-191770" algn="l" defTabSz="76771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0" kern="1200">
          <a:solidFill>
            <a:schemeClr val="tx1"/>
          </a:solidFill>
          <a:latin typeface="+mn-lt"/>
          <a:ea typeface="+mn-ea"/>
          <a:cs typeface="+mn-cs"/>
        </a:defRPr>
      </a:lvl5pPr>
      <a:lvl6pPr marL="2112010" indent="-191770" algn="l" defTabSz="76771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0" kern="1200">
          <a:solidFill>
            <a:schemeClr val="tx1"/>
          </a:solidFill>
          <a:latin typeface="+mn-lt"/>
          <a:ea typeface="+mn-ea"/>
          <a:cs typeface="+mn-cs"/>
        </a:defRPr>
      </a:lvl6pPr>
      <a:lvl7pPr marL="2496185" indent="-191770" algn="l" defTabSz="76771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0" kern="1200">
          <a:solidFill>
            <a:schemeClr val="tx1"/>
          </a:solidFill>
          <a:latin typeface="+mn-lt"/>
          <a:ea typeface="+mn-ea"/>
          <a:cs typeface="+mn-cs"/>
        </a:defRPr>
      </a:lvl7pPr>
      <a:lvl8pPr marL="2879725" indent="-191770" algn="l" defTabSz="76771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0" kern="1200">
          <a:solidFill>
            <a:schemeClr val="tx1"/>
          </a:solidFill>
          <a:latin typeface="+mn-lt"/>
          <a:ea typeface="+mn-ea"/>
          <a:cs typeface="+mn-cs"/>
        </a:defRPr>
      </a:lvl8pPr>
      <a:lvl9pPr marL="3263900" indent="-191770" algn="l" defTabSz="76771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767715" rtl="0" eaLnBrk="1" latinLnBrk="0" hangingPunct="1">
        <a:defRPr sz="1510" kern="1200">
          <a:solidFill>
            <a:schemeClr val="tx1"/>
          </a:solidFill>
          <a:latin typeface="+mn-lt"/>
          <a:ea typeface="+mn-ea"/>
          <a:cs typeface="+mn-cs"/>
        </a:defRPr>
      </a:lvl1pPr>
      <a:lvl2pPr marL="384175" algn="l" defTabSz="767715" rtl="0" eaLnBrk="1" latinLnBrk="0" hangingPunct="1">
        <a:defRPr sz="1510" kern="1200">
          <a:solidFill>
            <a:schemeClr val="tx1"/>
          </a:solidFill>
          <a:latin typeface="+mn-lt"/>
          <a:ea typeface="+mn-ea"/>
          <a:cs typeface="+mn-cs"/>
        </a:defRPr>
      </a:lvl2pPr>
      <a:lvl3pPr marL="767715" algn="l" defTabSz="767715" rtl="0" eaLnBrk="1" latinLnBrk="0" hangingPunct="1">
        <a:defRPr sz="1510" kern="1200">
          <a:solidFill>
            <a:schemeClr val="tx1"/>
          </a:solidFill>
          <a:latin typeface="+mn-lt"/>
          <a:ea typeface="+mn-ea"/>
          <a:cs typeface="+mn-cs"/>
        </a:defRPr>
      </a:lvl3pPr>
      <a:lvl4pPr marL="1151890" algn="l" defTabSz="767715" rtl="0" eaLnBrk="1" latinLnBrk="0" hangingPunct="1">
        <a:defRPr sz="1510" kern="1200">
          <a:solidFill>
            <a:schemeClr val="tx1"/>
          </a:solidFill>
          <a:latin typeface="+mn-lt"/>
          <a:ea typeface="+mn-ea"/>
          <a:cs typeface="+mn-cs"/>
        </a:defRPr>
      </a:lvl4pPr>
      <a:lvl5pPr marL="1536065" algn="l" defTabSz="767715" rtl="0" eaLnBrk="1" latinLnBrk="0" hangingPunct="1">
        <a:defRPr sz="1510" kern="1200">
          <a:solidFill>
            <a:schemeClr val="tx1"/>
          </a:solidFill>
          <a:latin typeface="+mn-lt"/>
          <a:ea typeface="+mn-ea"/>
          <a:cs typeface="+mn-cs"/>
        </a:defRPr>
      </a:lvl5pPr>
      <a:lvl6pPr marL="1920240" algn="l" defTabSz="767715" rtl="0" eaLnBrk="1" latinLnBrk="0" hangingPunct="1">
        <a:defRPr sz="1510" kern="1200">
          <a:solidFill>
            <a:schemeClr val="tx1"/>
          </a:solidFill>
          <a:latin typeface="+mn-lt"/>
          <a:ea typeface="+mn-ea"/>
          <a:cs typeface="+mn-cs"/>
        </a:defRPr>
      </a:lvl6pPr>
      <a:lvl7pPr marL="2303780" algn="l" defTabSz="767715" rtl="0" eaLnBrk="1" latinLnBrk="0" hangingPunct="1">
        <a:defRPr sz="1510" kern="1200">
          <a:solidFill>
            <a:schemeClr val="tx1"/>
          </a:solidFill>
          <a:latin typeface="+mn-lt"/>
          <a:ea typeface="+mn-ea"/>
          <a:cs typeface="+mn-cs"/>
        </a:defRPr>
      </a:lvl7pPr>
      <a:lvl8pPr marL="2687955" algn="l" defTabSz="767715" rtl="0" eaLnBrk="1" latinLnBrk="0" hangingPunct="1">
        <a:defRPr sz="1510" kern="1200">
          <a:solidFill>
            <a:schemeClr val="tx1"/>
          </a:solidFill>
          <a:latin typeface="+mn-lt"/>
          <a:ea typeface="+mn-ea"/>
          <a:cs typeface="+mn-cs"/>
        </a:defRPr>
      </a:lvl8pPr>
      <a:lvl9pPr marL="3072130" algn="l" defTabSz="767715" rtl="0" eaLnBrk="1" latinLnBrk="0" hangingPunct="1">
        <a:defRPr sz="15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9" name="组合 18"/>
          <p:cNvGrpSpPr/>
          <p:nvPr/>
        </p:nvGrpSpPr>
        <p:grpSpPr>
          <a:xfrm>
            <a:off x="109905" y="110130"/>
            <a:ext cx="9020175" cy="5594985"/>
            <a:chOff x="1829" y="772"/>
            <a:chExt cx="14205" cy="8811"/>
          </a:xfrm>
        </p:grpSpPr>
        <p:sp>
          <p:nvSpPr>
            <p:cNvPr id="16" name="矩形 15"/>
            <p:cNvSpPr/>
            <p:nvPr/>
          </p:nvSpPr>
          <p:spPr>
            <a:xfrm>
              <a:off x="1830" y="1657"/>
              <a:ext cx="3855" cy="7927"/>
            </a:xfrm>
            <a:prstGeom prst="rect">
              <a:avLst/>
            </a:prstGeom>
            <a:solidFill>
              <a:srgbClr val="FBEDE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13" name="矩形 12"/>
            <p:cNvSpPr/>
            <p:nvPr/>
          </p:nvSpPr>
          <p:spPr>
            <a:xfrm>
              <a:off x="1829" y="772"/>
              <a:ext cx="3857" cy="885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castleCSF-TS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4" name="圆角矩形 3"/>
            <p:cNvSpPr/>
            <p:nvPr/>
          </p:nvSpPr>
          <p:spPr>
            <a:xfrm>
              <a:off x="2481" y="1970"/>
              <a:ext cx="2639" cy="721"/>
            </a:xfrm>
            <a:prstGeom prst="roundRect">
              <a:avLst>
                <a:gd name="adj" fmla="val 5430"/>
              </a:avLst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BEDE0"/>
                  </a:solidFill>
                </a14:hiddenFill>
              </a:ext>
            </a:extLst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400" b="1">
                  <a:latin typeface="宋体" panose="02010600030101010101" pitchFamily="2" charset="-122"/>
                  <a:ea typeface="宋体" panose="02010600030101010101" pitchFamily="2" charset="-122"/>
                </a:rPr>
                <a:t>亮度</a:t>
              </a:r>
              <a:r>
                <a:rPr lang="en-US" altLang="zh-CN" sz="1400" b="1">
                  <a:latin typeface="宋体" panose="02010600030101010101" pitchFamily="2" charset="-122"/>
                  <a:ea typeface="宋体" panose="02010600030101010101" pitchFamily="2" charset="-122"/>
                </a:rPr>
                <a:t> </a:t>
              </a:r>
              <a:endParaRPr lang="en-US" altLang="zh-CN" sz="1400" b="1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400" b="1"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</a:rPr>
                <a:t>Luminance </a:t>
              </a:r>
              <a:endParaRPr lang="en-US" altLang="zh-CN" sz="14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endParaRPr>
            </a:p>
          </p:txBody>
        </p:sp>
        <p:sp>
          <p:nvSpPr>
            <p:cNvPr id="6" name="圆角矩形 5"/>
            <p:cNvSpPr/>
            <p:nvPr/>
          </p:nvSpPr>
          <p:spPr>
            <a:xfrm>
              <a:off x="2481" y="2997"/>
              <a:ext cx="2639" cy="721"/>
            </a:xfrm>
            <a:prstGeom prst="roundRect">
              <a:avLst>
                <a:gd name="adj" fmla="val 5430"/>
              </a:avLst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BEDE0"/>
                  </a:solidFill>
                </a14:hiddenFill>
              </a:ext>
            </a:extLst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400" b="1">
                  <a:latin typeface="宋体" panose="02010600030101010101" pitchFamily="2" charset="-122"/>
                  <a:ea typeface="宋体" panose="02010600030101010101" pitchFamily="2" charset="-122"/>
                </a:rPr>
                <a:t>色彩</a:t>
              </a:r>
              <a:r>
                <a:rPr lang="en-US" altLang="zh-CN" sz="1400" b="1">
                  <a:latin typeface="宋体" panose="02010600030101010101" pitchFamily="2" charset="-122"/>
                  <a:ea typeface="宋体" panose="02010600030101010101" pitchFamily="2" charset="-122"/>
                </a:rPr>
                <a:t> </a:t>
              </a:r>
              <a:endParaRPr lang="en-US" altLang="zh-CN" sz="1400" b="1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400" b="1"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</a:rPr>
                <a:t>Color </a:t>
              </a:r>
              <a:endParaRPr lang="en-US" altLang="zh-CN" sz="14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endParaRPr>
            </a:p>
          </p:txBody>
        </p:sp>
        <p:sp>
          <p:nvSpPr>
            <p:cNvPr id="7" name="圆角矩形 6"/>
            <p:cNvSpPr/>
            <p:nvPr/>
          </p:nvSpPr>
          <p:spPr>
            <a:xfrm>
              <a:off x="2481" y="4024"/>
              <a:ext cx="2639" cy="721"/>
            </a:xfrm>
            <a:prstGeom prst="roundRect">
              <a:avLst>
                <a:gd name="adj" fmla="val 5430"/>
              </a:avLst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BEDE0"/>
                  </a:solidFill>
                </a14:hiddenFill>
              </a:ext>
            </a:extLst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400" b="1">
                  <a:latin typeface="宋体" panose="02010600030101010101" pitchFamily="2" charset="-122"/>
                  <a:ea typeface="宋体" panose="02010600030101010101" pitchFamily="2" charset="-122"/>
                </a:rPr>
                <a:t>空间频率</a:t>
              </a:r>
              <a:r>
                <a:rPr lang="en-US" altLang="zh-CN" sz="1400" b="1">
                  <a:latin typeface="宋体" panose="02010600030101010101" pitchFamily="2" charset="-122"/>
                  <a:ea typeface="宋体" panose="02010600030101010101" pitchFamily="2" charset="-122"/>
                </a:rPr>
                <a:t> </a:t>
              </a:r>
              <a:endParaRPr lang="en-US" altLang="zh-CN" sz="1400" b="1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400" b="1"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</a:rPr>
                <a:t>Spatio</a:t>
              </a:r>
              <a:r>
                <a:rPr lang="en-US" altLang="zh-CN" sz="1400" b="1"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</a:rPr>
                <a:t> </a:t>
              </a:r>
              <a:endParaRPr lang="en-US" altLang="zh-CN" sz="14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endParaRPr>
            </a:p>
          </p:txBody>
        </p:sp>
        <p:sp>
          <p:nvSpPr>
            <p:cNvPr id="8" name="圆角矩形 7"/>
            <p:cNvSpPr/>
            <p:nvPr/>
          </p:nvSpPr>
          <p:spPr>
            <a:xfrm>
              <a:off x="2481" y="5051"/>
              <a:ext cx="2639" cy="721"/>
            </a:xfrm>
            <a:prstGeom prst="roundRect">
              <a:avLst>
                <a:gd name="adj" fmla="val 5430"/>
              </a:avLst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BEDE0"/>
                  </a:solidFill>
                </a14:hiddenFill>
              </a:ext>
            </a:extLst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400" b="1">
                  <a:latin typeface="宋体" panose="02010600030101010101" pitchFamily="2" charset="-122"/>
                  <a:ea typeface="宋体" panose="02010600030101010101" pitchFamily="2" charset="-122"/>
                </a:rPr>
                <a:t>时间频率</a:t>
              </a:r>
              <a:r>
                <a:rPr lang="en-US" altLang="zh-CN" sz="1400" b="1">
                  <a:latin typeface="宋体" panose="02010600030101010101" pitchFamily="2" charset="-122"/>
                  <a:ea typeface="宋体" panose="02010600030101010101" pitchFamily="2" charset="-122"/>
                </a:rPr>
                <a:t> </a:t>
              </a:r>
              <a:r>
                <a:rPr lang="en-US" altLang="zh-CN" sz="1400" b="1"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</a:rPr>
                <a:t>Temporal </a:t>
              </a:r>
              <a:endParaRPr lang="en-US" altLang="zh-CN" sz="14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endParaRPr>
            </a:p>
          </p:txBody>
        </p:sp>
        <p:sp>
          <p:nvSpPr>
            <p:cNvPr id="9" name="圆角矩形 8"/>
            <p:cNvSpPr/>
            <p:nvPr/>
          </p:nvSpPr>
          <p:spPr>
            <a:xfrm>
              <a:off x="2481" y="6078"/>
              <a:ext cx="2639" cy="721"/>
            </a:xfrm>
            <a:prstGeom prst="roundRect">
              <a:avLst>
                <a:gd name="adj" fmla="val 5430"/>
              </a:avLst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BEDE0"/>
                  </a:solidFill>
                </a14:hiddenFill>
              </a:ext>
            </a:extLst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400" b="1">
                  <a:latin typeface="宋体" panose="02010600030101010101" pitchFamily="2" charset="-122"/>
                  <a:ea typeface="宋体" panose="02010600030101010101" pitchFamily="2" charset="-122"/>
                </a:rPr>
                <a:t>面积</a:t>
              </a:r>
              <a:r>
                <a:rPr lang="en-US" altLang="zh-CN" sz="1400" b="1">
                  <a:latin typeface="宋体" panose="02010600030101010101" pitchFamily="2" charset="-122"/>
                  <a:ea typeface="宋体" panose="02010600030101010101" pitchFamily="2" charset="-122"/>
                </a:rPr>
                <a:t> </a:t>
              </a:r>
              <a:endParaRPr lang="en-US" altLang="zh-CN" sz="1400" b="1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400" b="1">
                  <a:latin typeface="宋体" panose="02010600030101010101" pitchFamily="2" charset="-122"/>
                  <a:ea typeface="宋体" panose="02010600030101010101" pitchFamily="2" charset="-122"/>
                </a:rPr>
                <a:t>Area</a:t>
              </a:r>
              <a:r>
                <a:rPr lang="en-US" altLang="zh-CN" sz="1400" b="1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charset="0"/>
                </a:rPr>
                <a:t> </a:t>
              </a:r>
              <a:endParaRPr lang="en-US" altLang="zh-CN" sz="1400" b="1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endParaRPr>
            </a:p>
          </p:txBody>
        </p:sp>
        <p:sp>
          <p:nvSpPr>
            <p:cNvPr id="10" name="圆角矩形 9"/>
            <p:cNvSpPr/>
            <p:nvPr/>
          </p:nvSpPr>
          <p:spPr>
            <a:xfrm>
              <a:off x="2481" y="7148"/>
              <a:ext cx="2639" cy="721"/>
            </a:xfrm>
            <a:prstGeom prst="roundRect">
              <a:avLst>
                <a:gd name="adj" fmla="val 5430"/>
              </a:avLst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BEDE0"/>
                  </a:solidFill>
                </a14:hiddenFill>
              </a:ext>
            </a:extLst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400" b="1">
                  <a:latin typeface="宋体" panose="02010600030101010101" pitchFamily="2" charset="-122"/>
                  <a:ea typeface="宋体" panose="02010600030101010101" pitchFamily="2" charset="-122"/>
                </a:rPr>
                <a:t>偏心度</a:t>
              </a:r>
              <a:r>
                <a:rPr lang="en-US" altLang="zh-CN" sz="1400" b="1">
                  <a:latin typeface="宋体" panose="02010600030101010101" pitchFamily="2" charset="-122"/>
                  <a:ea typeface="宋体" panose="02010600030101010101" pitchFamily="2" charset="-122"/>
                </a:rPr>
                <a:t> </a:t>
              </a:r>
              <a:r>
                <a:rPr lang="en-US" altLang="zh-CN" sz="1400" b="1"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</a:rPr>
                <a:t>Eccentricity </a:t>
              </a:r>
              <a:endParaRPr lang="en-US" altLang="zh-CN" sz="14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endParaRPr>
            </a:p>
          </p:txBody>
        </p:sp>
        <p:sp>
          <p:nvSpPr>
            <p:cNvPr id="11" name="圆角矩形 10"/>
            <p:cNvSpPr/>
            <p:nvPr/>
          </p:nvSpPr>
          <p:spPr>
            <a:xfrm>
              <a:off x="2481" y="8218"/>
              <a:ext cx="2639" cy="795"/>
            </a:xfrm>
            <a:prstGeom prst="roundRect">
              <a:avLst>
                <a:gd name="adj" fmla="val 5430"/>
              </a:avLst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BEDE0"/>
                  </a:solidFill>
                </a14:hiddenFill>
              </a:ext>
            </a:extLst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400" b="1">
                  <a:latin typeface="宋体" panose="02010600030101010101" pitchFamily="2" charset="-122"/>
                  <a:ea typeface="宋体" panose="02010600030101010101" pitchFamily="2" charset="-122"/>
                </a:rPr>
                <a:t>扫视时序特征</a:t>
              </a:r>
              <a:r>
                <a:rPr lang="en-US" altLang="zh-CN" sz="1400" b="1">
                  <a:latin typeface="宋体" panose="02010600030101010101" pitchFamily="2" charset="-122"/>
                  <a:ea typeface="宋体" panose="02010600030101010101" pitchFamily="2" charset="-122"/>
                </a:rPr>
                <a:t> </a:t>
              </a:r>
              <a:endParaRPr lang="en-US" altLang="zh-CN" sz="1400" b="1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400" b="1"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</a:rPr>
                <a:t>temporal Saccade </a:t>
              </a:r>
              <a:endParaRPr lang="en-US" altLang="zh-CN" sz="1400" b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endParaRPr>
            </a:p>
          </p:txBody>
        </p:sp>
        <p:sp>
          <p:nvSpPr>
            <p:cNvPr id="15" name="圆角矩形 14"/>
            <p:cNvSpPr/>
            <p:nvPr/>
          </p:nvSpPr>
          <p:spPr>
            <a:xfrm>
              <a:off x="6577" y="4885"/>
              <a:ext cx="2317" cy="938"/>
            </a:xfrm>
            <a:prstGeom prst="roundRect">
              <a:avLst>
                <a:gd name="adj" fmla="val 5430"/>
              </a:avLst>
            </a:prstGeom>
            <a:solidFill>
              <a:srgbClr val="FBEDE0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400" b="1">
                  <a:latin typeface="宋体" panose="02010600030101010101" pitchFamily="2" charset="-122"/>
                  <a:ea typeface="宋体" panose="02010600030101010101" pitchFamily="2" charset="-122"/>
                </a:rPr>
                <a:t>对比敏感度阈值</a:t>
              </a:r>
              <a:endParaRPr lang="zh-CN" altLang="en-US" sz="1400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18" name="直接箭头连接符 17"/>
            <p:cNvCxnSpPr/>
            <p:nvPr/>
          </p:nvCxnSpPr>
          <p:spPr>
            <a:xfrm>
              <a:off x="5698" y="5366"/>
              <a:ext cx="849" cy="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0" name="直接箭头连接符 19"/>
            <p:cNvCxnSpPr/>
            <p:nvPr/>
          </p:nvCxnSpPr>
          <p:spPr>
            <a:xfrm flipV="1">
              <a:off x="8904" y="5322"/>
              <a:ext cx="824" cy="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1" name="圆角矩形 20"/>
            <p:cNvSpPr/>
            <p:nvPr/>
          </p:nvSpPr>
          <p:spPr>
            <a:xfrm>
              <a:off x="9743" y="4864"/>
              <a:ext cx="2451" cy="938"/>
            </a:xfrm>
            <a:prstGeom prst="roundRect">
              <a:avLst>
                <a:gd name="adj" fmla="val 5430"/>
              </a:avLst>
            </a:prstGeom>
            <a:solidFill>
              <a:srgbClr val="FBEDE0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400" b="1">
                  <a:latin typeface="宋体" panose="02010600030101010101" pitchFamily="2" charset="-122"/>
                  <a:ea typeface="宋体" panose="02010600030101010101" pitchFamily="2" charset="-122"/>
                </a:rPr>
                <a:t>分辨率缩放因子</a:t>
              </a:r>
              <a:endParaRPr lang="zh-CN" altLang="en-US" sz="1400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" name="圆角矩形 4"/>
            <p:cNvSpPr/>
            <p:nvPr/>
          </p:nvSpPr>
          <p:spPr>
            <a:xfrm>
              <a:off x="13358" y="3086"/>
              <a:ext cx="2676" cy="938"/>
            </a:xfrm>
            <a:prstGeom prst="roundRect">
              <a:avLst>
                <a:gd name="adj" fmla="val 5430"/>
              </a:avLst>
            </a:prstGeom>
            <a:solidFill>
              <a:srgbClr val="FBEDE0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400" b="1">
                  <a:latin typeface="宋体" panose="02010600030101010101" pitchFamily="2" charset="-122"/>
                  <a:ea typeface="宋体" panose="02010600030101010101" pitchFamily="2" charset="-122"/>
                </a:rPr>
                <a:t>扫视窗口</a:t>
              </a:r>
              <a:endParaRPr lang="zh-CN" altLang="en-US" sz="1400" b="1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sz="1400" b="1"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前瞻性激进降采样</a:t>
              </a:r>
              <a:endParaRPr lang="zh-CN" altLang="en-US" sz="1400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2" name="圆角矩形 11"/>
            <p:cNvSpPr/>
            <p:nvPr/>
          </p:nvSpPr>
          <p:spPr>
            <a:xfrm>
              <a:off x="13328" y="4864"/>
              <a:ext cx="2706" cy="908"/>
            </a:xfrm>
            <a:prstGeom prst="roundRect">
              <a:avLst>
                <a:gd name="adj" fmla="val 5430"/>
              </a:avLst>
            </a:prstGeom>
            <a:solidFill>
              <a:srgbClr val="FBEDE0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400" b="1">
                  <a:latin typeface="宋体" panose="02010600030101010101" pitchFamily="2" charset="-122"/>
                  <a:ea typeface="宋体" panose="02010600030101010101" pitchFamily="2" charset="-122"/>
                </a:rPr>
                <a:t>恢复窗口</a:t>
              </a:r>
              <a:endParaRPr lang="zh-CN" altLang="en-US" sz="1400" b="1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sz="1400" b="1"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动态平滑恢复</a:t>
              </a:r>
              <a:endParaRPr lang="zh-CN" altLang="en-US" sz="1400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4" name="圆角矩形 13"/>
            <p:cNvSpPr/>
            <p:nvPr/>
          </p:nvSpPr>
          <p:spPr>
            <a:xfrm>
              <a:off x="13358" y="6646"/>
              <a:ext cx="2676" cy="938"/>
            </a:xfrm>
            <a:prstGeom prst="roundRect">
              <a:avLst>
                <a:gd name="adj" fmla="val 5430"/>
              </a:avLst>
            </a:prstGeom>
            <a:solidFill>
              <a:srgbClr val="FBEDE0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r>
                <a:rPr lang="zh-CN" altLang="en-US" sz="1400" b="1">
                  <a:latin typeface="宋体" panose="02010600030101010101" pitchFamily="2" charset="-122"/>
                  <a:ea typeface="宋体" panose="02010600030101010101" pitchFamily="2" charset="-122"/>
                </a:rPr>
                <a:t>稳定注视</a:t>
              </a:r>
              <a:endParaRPr lang="zh-CN" altLang="en-US" sz="1400" b="1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400" b="1">
                  <a:latin typeface="宋体" panose="02010600030101010101" pitchFamily="2" charset="-122"/>
                  <a:ea typeface="宋体" panose="02010600030101010101" pitchFamily="2" charset="-122"/>
                </a:rPr>
                <a:t>全分辨率渲染</a:t>
              </a:r>
              <a:endParaRPr lang="zh-CN" altLang="en-US" sz="1400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17" name="肘形连接符 16"/>
            <p:cNvCxnSpPr>
              <a:stCxn id="21" idx="3"/>
              <a:endCxn id="5" idx="1"/>
            </p:cNvCxnSpPr>
            <p:nvPr/>
          </p:nvCxnSpPr>
          <p:spPr>
            <a:xfrm flipV="1">
              <a:off x="12194" y="3555"/>
              <a:ext cx="1164" cy="1778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7" name="肘形连接符 26"/>
            <p:cNvCxnSpPr/>
            <p:nvPr/>
          </p:nvCxnSpPr>
          <p:spPr>
            <a:xfrm flipV="1">
              <a:off x="12194" y="5333"/>
              <a:ext cx="1134" cy="15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1" name="肘形连接符 30"/>
            <p:cNvCxnSpPr>
              <a:stCxn id="21" idx="3"/>
              <a:endCxn id="14" idx="1"/>
            </p:cNvCxnSpPr>
            <p:nvPr/>
          </p:nvCxnSpPr>
          <p:spPr>
            <a:xfrm>
              <a:off x="12194" y="5333"/>
              <a:ext cx="1164" cy="1782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</Words>
  <Application>WPS 演示</Application>
  <PresentationFormat>宽屏</PresentationFormat>
  <Paragraphs>34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Arial Unicode MS</vt:lpstr>
      <vt:lpstr>Calibri</vt:lpstr>
      <vt:lpstr>微软雅黑</vt:lpstr>
      <vt:lpstr>Times New Roman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8</cp:revision>
  <dcterms:created xsi:type="dcterms:W3CDTF">2023-08-09T12:44:00Z</dcterms:created>
  <dcterms:modified xsi:type="dcterms:W3CDTF">2026-02-04T13:49:47Z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BDDA59ECF6C74C249C57D4D035147883_12</vt:lpwstr>
  </property>
</Properties>
</file>