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0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ECSR节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8085" y="5080"/>
            <a:ext cx="7731125" cy="66281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2440" y="35560"/>
            <a:ext cx="800100" cy="67532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875" y="51435"/>
            <a:ext cx="800100" cy="67532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610" y="6026150"/>
            <a:ext cx="9715500" cy="7429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820285" y="6393815"/>
            <a:ext cx="37274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显示设备原生分辨率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(ppd)</a:t>
            </a:r>
            <a:endParaRPr lang="en-US" altLang="zh-CN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0360" y="5999480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30</a:t>
            </a:r>
            <a:endParaRPr lang="en-US" sz="20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36645" y="5999480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40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55160" y="5999480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50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235575" y="5999480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60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54725" y="5999480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70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64350" y="5999480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80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644130" y="5999480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90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392160" y="5999480"/>
            <a:ext cx="6642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100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252585" y="35560"/>
            <a:ext cx="673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100</a:t>
            </a:r>
            <a:endParaRPr lang="en-US" sz="20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288145" y="584835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90</a:t>
            </a:r>
            <a:endParaRPr lang="en-US" sz="20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270365" y="1160780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80</a:t>
            </a:r>
            <a:endParaRPr lang="en-US" sz="20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289415" y="1736725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70</a:t>
            </a:r>
            <a:endParaRPr lang="en-US" sz="20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282430" y="2321560"/>
            <a:ext cx="539115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60</a:t>
            </a:r>
            <a:endParaRPr lang="en-US" sz="20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273540" y="2906395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50</a:t>
            </a:r>
            <a:endParaRPr lang="en-US" sz="20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282430" y="3482340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40</a:t>
            </a:r>
            <a:endParaRPr lang="en-US" sz="20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282430" y="4049395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30</a:t>
            </a:r>
            <a:endParaRPr lang="en-US" sz="20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273540" y="4625340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</a:t>
            </a:r>
            <a:endParaRPr lang="en-US" sz="20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252585" y="5201285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</a:t>
            </a:r>
            <a:endParaRPr lang="en-US" sz="20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273540" y="5777230"/>
            <a:ext cx="53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endParaRPr lang="en-US" sz="20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696210" y="71755"/>
            <a:ext cx="404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endParaRPr lang="en-US" sz="20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686050" y="886460"/>
            <a:ext cx="404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694940" y="1701165"/>
            <a:ext cx="404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3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677160" y="2515870"/>
            <a:ext cx="404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4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686050" y="3340735"/>
            <a:ext cx="404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5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712720" y="4174490"/>
            <a:ext cx="404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6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721610" y="4989195"/>
            <a:ext cx="404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7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739390" y="5824220"/>
            <a:ext cx="404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8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1276985" y="2285365"/>
            <a:ext cx="25514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扫视频率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(Hz)</a:t>
            </a:r>
            <a:endParaRPr lang="en-US" altLang="zh-CN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 rot="16200000">
            <a:off x="8630285" y="2141855"/>
            <a:ext cx="25514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ECSR(%)</a:t>
            </a:r>
            <a:endParaRPr lang="en-US" altLang="zh-CN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blur_comparison_final"/>
          <p:cNvPicPr>
            <a:picLocks noChangeAspect="1"/>
          </p:cNvPicPr>
          <p:nvPr/>
        </p:nvPicPr>
        <p:blipFill>
          <a:blip r:embed="rId1"/>
          <a:srcRect b="67209"/>
          <a:stretch>
            <a:fillRect/>
          </a:stretch>
        </p:blipFill>
        <p:spPr>
          <a:xfrm>
            <a:off x="0" y="316230"/>
            <a:ext cx="12192000" cy="2058670"/>
          </a:xfrm>
          <a:prstGeom prst="rect">
            <a:avLst/>
          </a:prstGeom>
        </p:spPr>
      </p:pic>
      <p:pic>
        <p:nvPicPr>
          <p:cNvPr id="5" name="图片 4" descr="blur_comparison_final"/>
          <p:cNvPicPr>
            <a:picLocks noChangeAspect="1"/>
          </p:cNvPicPr>
          <p:nvPr/>
        </p:nvPicPr>
        <p:blipFill>
          <a:blip r:embed="rId1"/>
          <a:srcRect t="62173" b="4713"/>
          <a:stretch>
            <a:fillRect/>
          </a:stretch>
        </p:blipFill>
        <p:spPr>
          <a:xfrm>
            <a:off x="0" y="2945765"/>
            <a:ext cx="12192000" cy="20789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57555" y="2426970"/>
            <a:ext cx="1343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NFR</a:t>
            </a:r>
            <a:endParaRPr lang="en-US" altLang="zh-CN" sz="20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WPS 演示</Application>
  <PresentationFormat>宽屏</PresentationFormat>
  <Paragraphs>62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Times New Roman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9</cp:revision>
  <dcterms:created xsi:type="dcterms:W3CDTF">2023-08-09T12:44:00Z</dcterms:created>
  <dcterms:modified xsi:type="dcterms:W3CDTF">2026-02-04T17:01:59Z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8BE6B5C690CA43E3839F2F3452A51741_12</vt:lpwstr>
  </property>
</Properties>
</file>