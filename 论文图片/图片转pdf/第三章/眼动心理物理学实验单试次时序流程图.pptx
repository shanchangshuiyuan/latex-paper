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519535" cy="395986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12" userDrawn="1">
          <p15:clr>
            <a:srgbClr val="A4A3A4"/>
          </p15:clr>
        </p15:guide>
        <p15:guide id="2" pos="36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282"/>
    <a:srgbClr val="828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212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40000" y="648084"/>
            <a:ext cx="8640000" cy="1378667"/>
          </a:xfrm>
        </p:spPr>
        <p:txBody>
          <a:bodyPr anchor="b"/>
          <a:lstStyle>
            <a:lvl1pPr algn="ctr"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0000" y="2079917"/>
            <a:ext cx="8640000" cy="956083"/>
          </a:xfrm>
        </p:spPr>
        <p:txBody>
          <a:bodyPr/>
          <a:lstStyle>
            <a:lvl1pPr marL="0" indent="0" algn="ctr">
              <a:buNone/>
              <a:defRPr sz="1385"/>
            </a:lvl1pPr>
            <a:lvl2pPr marL="264160" indent="0" algn="ctr">
              <a:buNone/>
              <a:defRPr sz="1155"/>
            </a:lvl2pPr>
            <a:lvl3pPr marL="527685" indent="0" algn="ctr">
              <a:buNone/>
              <a:defRPr sz="1040"/>
            </a:lvl3pPr>
            <a:lvl4pPr marL="791845" indent="0" algn="ctr">
              <a:buNone/>
              <a:defRPr sz="925"/>
            </a:lvl4pPr>
            <a:lvl5pPr marL="1056005" indent="0" algn="ctr">
              <a:buNone/>
              <a:defRPr sz="925"/>
            </a:lvl5pPr>
            <a:lvl6pPr marL="1320165" indent="0" algn="ctr">
              <a:buNone/>
              <a:defRPr sz="925"/>
            </a:lvl6pPr>
            <a:lvl7pPr marL="1583690" indent="0" algn="ctr">
              <a:buNone/>
              <a:defRPr sz="925"/>
            </a:lvl7pPr>
            <a:lvl8pPr marL="1847850" indent="0" algn="ctr">
              <a:buNone/>
              <a:defRPr sz="925"/>
            </a:lvl8pPr>
            <a:lvl9pPr marL="2112010" indent="0" algn="ctr">
              <a:buNone/>
              <a:defRPr sz="9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000" y="987250"/>
            <a:ext cx="9936000" cy="1647250"/>
          </a:xfrm>
        </p:spPr>
        <p:txBody>
          <a:bodyPr anchor="b"/>
          <a:lstStyle>
            <a:lvl1pPr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6000" y="2650084"/>
            <a:ext cx="9936000" cy="866250"/>
          </a:xfrm>
        </p:spPr>
        <p:txBody>
          <a:bodyPr/>
          <a:lstStyle>
            <a:lvl1pPr marL="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1pPr>
            <a:lvl2pPr marL="2641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685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3pPr>
            <a:lvl4pPr marL="79184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4pPr>
            <a:lvl5pPr marL="105600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5pPr>
            <a:lvl6pPr marL="132016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6pPr>
            <a:lvl7pPr marL="158369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7pPr>
            <a:lvl8pPr marL="184785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8pPr>
            <a:lvl9pPr marL="211201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92000" y="1054167"/>
            <a:ext cx="4896000" cy="2512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2000" y="1054167"/>
            <a:ext cx="4896000" cy="2512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210833"/>
            <a:ext cx="9936000" cy="7654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3500" y="970750"/>
            <a:ext cx="4873500" cy="475750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005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7850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93500" y="1446500"/>
            <a:ext cx="4873500" cy="2127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32000" y="970750"/>
            <a:ext cx="4897501" cy="475750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005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7850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32000" y="1446500"/>
            <a:ext cx="4897501" cy="2127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264000"/>
            <a:ext cx="3715500" cy="924000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7501" y="570167"/>
            <a:ext cx="5832000" cy="2814167"/>
          </a:xfrm>
        </p:spPr>
        <p:txBody>
          <a:bodyPr/>
          <a:lstStyle>
            <a:lvl1pPr>
              <a:defRPr sz="1850"/>
            </a:lvl1pPr>
            <a:lvl2pPr>
              <a:defRPr sz="1615"/>
            </a:lvl2pPr>
            <a:lvl3pPr>
              <a:defRPr sz="1385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00" y="1188000"/>
            <a:ext cx="3715500" cy="22009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5"/>
            </a:lvl3pPr>
            <a:lvl4pPr marL="791845" indent="0">
              <a:buNone/>
              <a:defRPr sz="575"/>
            </a:lvl4pPr>
            <a:lvl5pPr marL="1056005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7850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00" y="264000"/>
            <a:ext cx="3715500" cy="924000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897501" y="570167"/>
            <a:ext cx="5832000" cy="2814167"/>
          </a:xfrm>
        </p:spPr>
        <p:txBody>
          <a:bodyPr/>
          <a:lstStyle>
            <a:lvl1pPr marL="0" indent="0">
              <a:buNone/>
              <a:defRPr sz="1850"/>
            </a:lvl1pPr>
            <a:lvl2pPr marL="264160" indent="0">
              <a:buNone/>
              <a:defRPr sz="1615"/>
            </a:lvl2pPr>
            <a:lvl3pPr marL="527685" indent="0">
              <a:buNone/>
              <a:defRPr sz="1385"/>
            </a:lvl3pPr>
            <a:lvl4pPr marL="791845" indent="0">
              <a:buNone/>
              <a:defRPr sz="1155"/>
            </a:lvl4pPr>
            <a:lvl5pPr marL="1056005" indent="0">
              <a:buNone/>
              <a:defRPr sz="1155"/>
            </a:lvl5pPr>
            <a:lvl6pPr marL="1320165" indent="0">
              <a:buNone/>
              <a:defRPr sz="1155"/>
            </a:lvl6pPr>
            <a:lvl7pPr marL="1583690" indent="0">
              <a:buNone/>
              <a:defRPr sz="1155"/>
            </a:lvl7pPr>
            <a:lvl8pPr marL="1847850" indent="0">
              <a:buNone/>
              <a:defRPr sz="1155"/>
            </a:lvl8pPr>
            <a:lvl9pPr marL="2112010" indent="0">
              <a:buNone/>
              <a:defRPr sz="11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3500" y="1188000"/>
            <a:ext cx="3715500" cy="22009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5"/>
            </a:lvl3pPr>
            <a:lvl4pPr marL="791845" indent="0">
              <a:buNone/>
              <a:defRPr sz="575"/>
            </a:lvl4pPr>
            <a:lvl5pPr marL="1056005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7850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244000" y="210833"/>
            <a:ext cx="2484000" cy="33559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2000" y="210833"/>
            <a:ext cx="7308000" cy="33559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000" y="210833"/>
            <a:ext cx="9936000" cy="765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000" y="1054167"/>
            <a:ext cx="9936000" cy="251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000" y="3670333"/>
            <a:ext cx="2592000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6000" y="3670333"/>
            <a:ext cx="3888000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000" y="3670333"/>
            <a:ext cx="2592000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7685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080" indent="-132080" algn="l" defTabSz="527685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1615" kern="1200">
          <a:solidFill>
            <a:schemeClr val="tx1"/>
          </a:solidFill>
          <a:latin typeface="+mn-lt"/>
          <a:ea typeface="+mn-ea"/>
          <a:cs typeface="+mn-cs"/>
        </a:defRPr>
      </a:lvl1pPr>
      <a:lvl2pPr marL="39624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65976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92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18808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45224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71577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97993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24409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1pPr>
      <a:lvl2pPr marL="26416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768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79184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5600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8369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84785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11201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" y="334645"/>
            <a:ext cx="11238865" cy="3181350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649605" y="3554095"/>
            <a:ext cx="2117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初始注视位置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8540" y="3554095"/>
            <a:ext cx="1548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扫视开始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47155" y="3554095"/>
            <a:ext cx="1546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扫视结束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7300" y="3561715"/>
            <a:ext cx="19818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辨别条纹方向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90180" y="10160"/>
            <a:ext cx="1645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延迟时间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2823845" y="1914525"/>
            <a:ext cx="168275" cy="1911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553075" y="1914525"/>
            <a:ext cx="168275" cy="1911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8282305" y="1914525"/>
            <a:ext cx="168275" cy="1911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9</cp:revision>
  <dcterms:created xsi:type="dcterms:W3CDTF">2023-08-09T12:44:00Z</dcterms:created>
  <dcterms:modified xsi:type="dcterms:W3CDTF">2026-03-18T06:55:00Z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1E405AF111754F1695CEA9A38AB3F8B9_12</vt:lpwstr>
  </property>
</Properties>
</file>