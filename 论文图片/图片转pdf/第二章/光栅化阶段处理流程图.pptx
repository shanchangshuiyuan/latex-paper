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0799445" cy="1439545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53" userDrawn="1">
          <p15:clr>
            <a:srgbClr val="A4A3A4"/>
          </p15:clr>
        </p15:guide>
        <p15:guide id="2" pos="34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453"/>
        <p:guide pos="34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350000" y="235667"/>
            <a:ext cx="8100000" cy="501333"/>
          </a:xfrm>
        </p:spPr>
        <p:txBody>
          <a:bodyPr anchor="b"/>
          <a:lstStyle>
            <a:lvl1pPr algn="ctr"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50000" y="756333"/>
            <a:ext cx="8100000" cy="347667"/>
          </a:xfrm>
        </p:spPr>
        <p:txBody>
          <a:bodyPr/>
          <a:lstStyle>
            <a:lvl1pPr marL="0" indent="0" algn="ctr">
              <a:buNone/>
              <a:defRPr sz="505"/>
            </a:lvl1pPr>
            <a:lvl2pPr marL="95885" indent="0" algn="ctr">
              <a:buNone/>
              <a:defRPr sz="420"/>
            </a:lvl2pPr>
            <a:lvl3pPr marL="191770" indent="0" algn="ctr">
              <a:buNone/>
              <a:defRPr sz="380"/>
            </a:lvl3pPr>
            <a:lvl4pPr marL="288290" indent="0" algn="ctr">
              <a:buNone/>
              <a:defRPr sz="335"/>
            </a:lvl4pPr>
            <a:lvl5pPr marL="384175" indent="0" algn="ctr">
              <a:buNone/>
              <a:defRPr sz="335"/>
            </a:lvl5pPr>
            <a:lvl6pPr marL="480060" indent="0" algn="ctr">
              <a:buNone/>
              <a:defRPr sz="335"/>
            </a:lvl6pPr>
            <a:lvl7pPr marL="575945" indent="0" algn="ctr">
              <a:buNone/>
              <a:defRPr sz="335"/>
            </a:lvl7pPr>
            <a:lvl8pPr marL="671830" indent="0" algn="ctr">
              <a:buNone/>
              <a:defRPr sz="335"/>
            </a:lvl8pPr>
            <a:lvl9pPr marL="767715" indent="0" algn="ctr">
              <a:buNone/>
              <a:defRPr sz="33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36875" y="359000"/>
            <a:ext cx="9314999" cy="599000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36875" y="963667"/>
            <a:ext cx="9314999" cy="315000"/>
          </a:xfrm>
        </p:spPr>
        <p:txBody>
          <a:bodyPr/>
          <a:lstStyle>
            <a:lvl1pPr marL="0" indent="0">
              <a:buNone/>
              <a:defRPr sz="505">
                <a:solidFill>
                  <a:schemeClr val="tx1">
                    <a:tint val="75000"/>
                  </a:schemeClr>
                </a:solidFill>
              </a:defRPr>
            </a:lvl1pPr>
            <a:lvl2pPr marL="95885" indent="0">
              <a:buNone/>
              <a:defRPr sz="420">
                <a:solidFill>
                  <a:schemeClr val="tx1">
                    <a:tint val="75000"/>
                  </a:schemeClr>
                </a:solidFill>
              </a:defRPr>
            </a:lvl2pPr>
            <a:lvl3pPr marL="191770" indent="0">
              <a:buNone/>
              <a:defRPr sz="380">
                <a:solidFill>
                  <a:schemeClr val="tx1">
                    <a:tint val="75000"/>
                  </a:schemeClr>
                </a:solidFill>
              </a:defRPr>
            </a:lvl3pPr>
            <a:lvl4pPr marL="288290" indent="0">
              <a:buNone/>
              <a:defRPr sz="335">
                <a:solidFill>
                  <a:schemeClr val="tx1">
                    <a:tint val="75000"/>
                  </a:schemeClr>
                </a:solidFill>
              </a:defRPr>
            </a:lvl4pPr>
            <a:lvl5pPr marL="384175" indent="0">
              <a:buNone/>
              <a:defRPr sz="335">
                <a:solidFill>
                  <a:schemeClr val="tx1">
                    <a:tint val="75000"/>
                  </a:schemeClr>
                </a:solidFill>
              </a:defRPr>
            </a:lvl5pPr>
            <a:lvl6pPr marL="480060" indent="0">
              <a:buNone/>
              <a:defRPr sz="335">
                <a:solidFill>
                  <a:schemeClr val="tx1">
                    <a:tint val="75000"/>
                  </a:schemeClr>
                </a:solidFill>
              </a:defRPr>
            </a:lvl6pPr>
            <a:lvl7pPr marL="575945" indent="0">
              <a:buNone/>
              <a:defRPr sz="335">
                <a:solidFill>
                  <a:schemeClr val="tx1">
                    <a:tint val="75000"/>
                  </a:schemeClr>
                </a:solidFill>
              </a:defRPr>
            </a:lvl7pPr>
            <a:lvl8pPr marL="671830" indent="0">
              <a:buNone/>
              <a:defRPr sz="335">
                <a:solidFill>
                  <a:schemeClr val="tx1">
                    <a:tint val="75000"/>
                  </a:schemeClr>
                </a:solidFill>
              </a:defRPr>
            </a:lvl8pPr>
            <a:lvl9pPr marL="767715" indent="0">
              <a:buNone/>
              <a:defRPr sz="33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42500" y="383333"/>
            <a:ext cx="4590000" cy="913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5467500" y="383333"/>
            <a:ext cx="4590000" cy="913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3907" y="76667"/>
            <a:ext cx="9314999" cy="27833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3907" y="353000"/>
            <a:ext cx="4568906" cy="173000"/>
          </a:xfrm>
        </p:spPr>
        <p:txBody>
          <a:bodyPr anchor="b"/>
          <a:lstStyle>
            <a:lvl1pPr marL="0" indent="0">
              <a:buNone/>
              <a:defRPr sz="505" b="1"/>
            </a:lvl1pPr>
            <a:lvl2pPr marL="95885" indent="0">
              <a:buNone/>
              <a:defRPr sz="420" b="1"/>
            </a:lvl2pPr>
            <a:lvl3pPr marL="191770" indent="0">
              <a:buNone/>
              <a:defRPr sz="380" b="1"/>
            </a:lvl3pPr>
            <a:lvl4pPr marL="288290" indent="0">
              <a:buNone/>
              <a:defRPr sz="335" b="1"/>
            </a:lvl4pPr>
            <a:lvl5pPr marL="384175" indent="0">
              <a:buNone/>
              <a:defRPr sz="335" b="1"/>
            </a:lvl5pPr>
            <a:lvl6pPr marL="480060" indent="0">
              <a:buNone/>
              <a:defRPr sz="335" b="1"/>
            </a:lvl6pPr>
            <a:lvl7pPr marL="575945" indent="0">
              <a:buNone/>
              <a:defRPr sz="335" b="1"/>
            </a:lvl7pPr>
            <a:lvl8pPr marL="671830" indent="0">
              <a:buNone/>
              <a:defRPr sz="335" b="1"/>
            </a:lvl8pPr>
            <a:lvl9pPr marL="767715" indent="0">
              <a:buNone/>
              <a:defRPr sz="33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43907" y="526000"/>
            <a:ext cx="4568906" cy="773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5467500" y="353000"/>
            <a:ext cx="4591406" cy="173000"/>
          </a:xfrm>
        </p:spPr>
        <p:txBody>
          <a:bodyPr anchor="b"/>
          <a:lstStyle>
            <a:lvl1pPr marL="0" indent="0">
              <a:buNone/>
              <a:defRPr sz="505" b="1"/>
            </a:lvl1pPr>
            <a:lvl2pPr marL="95885" indent="0">
              <a:buNone/>
              <a:defRPr sz="420" b="1"/>
            </a:lvl2pPr>
            <a:lvl3pPr marL="191770" indent="0">
              <a:buNone/>
              <a:defRPr sz="380" b="1"/>
            </a:lvl3pPr>
            <a:lvl4pPr marL="288290" indent="0">
              <a:buNone/>
              <a:defRPr sz="335" b="1"/>
            </a:lvl4pPr>
            <a:lvl5pPr marL="384175" indent="0">
              <a:buNone/>
              <a:defRPr sz="335" b="1"/>
            </a:lvl5pPr>
            <a:lvl6pPr marL="480060" indent="0">
              <a:buNone/>
              <a:defRPr sz="335" b="1"/>
            </a:lvl6pPr>
            <a:lvl7pPr marL="575945" indent="0">
              <a:buNone/>
              <a:defRPr sz="335" b="1"/>
            </a:lvl7pPr>
            <a:lvl8pPr marL="671830" indent="0">
              <a:buNone/>
              <a:defRPr sz="335" b="1"/>
            </a:lvl8pPr>
            <a:lvl9pPr marL="767715" indent="0">
              <a:buNone/>
              <a:defRPr sz="33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5467500" y="526000"/>
            <a:ext cx="4591406" cy="773667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3907" y="96000"/>
            <a:ext cx="3483281" cy="336000"/>
          </a:xfrm>
        </p:spPr>
        <p:txBody>
          <a:bodyPr anchor="b"/>
          <a:lstStyle>
            <a:lvl1pPr>
              <a:defRPr sz="67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91406" y="207333"/>
            <a:ext cx="5467500" cy="1023333"/>
          </a:xfrm>
        </p:spPr>
        <p:txBody>
          <a:bodyPr/>
          <a:lstStyle>
            <a:lvl1pPr>
              <a:defRPr sz="670"/>
            </a:lvl1pPr>
            <a:lvl2pPr>
              <a:defRPr sz="590"/>
            </a:lvl2pPr>
            <a:lvl3pPr>
              <a:defRPr sz="505"/>
            </a:lvl3pPr>
            <a:lvl4pPr>
              <a:defRPr sz="420"/>
            </a:lvl4pPr>
            <a:lvl5pPr>
              <a:defRPr sz="420"/>
            </a:lvl5pPr>
            <a:lvl6pPr>
              <a:defRPr sz="420"/>
            </a:lvl6pPr>
            <a:lvl7pPr>
              <a:defRPr sz="420"/>
            </a:lvl7pPr>
            <a:lvl8pPr>
              <a:defRPr sz="420"/>
            </a:lvl8pPr>
            <a:lvl9pPr>
              <a:defRPr sz="42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43907" y="432000"/>
            <a:ext cx="3483281" cy="800333"/>
          </a:xfrm>
        </p:spPr>
        <p:txBody>
          <a:bodyPr/>
          <a:lstStyle>
            <a:lvl1pPr marL="0" indent="0">
              <a:buNone/>
              <a:defRPr sz="335"/>
            </a:lvl1pPr>
            <a:lvl2pPr marL="95885" indent="0">
              <a:buNone/>
              <a:defRPr sz="295"/>
            </a:lvl2pPr>
            <a:lvl3pPr marL="191770" indent="0">
              <a:buNone/>
              <a:defRPr sz="250"/>
            </a:lvl3pPr>
            <a:lvl4pPr marL="288290" indent="0">
              <a:buNone/>
              <a:defRPr sz="210"/>
            </a:lvl4pPr>
            <a:lvl5pPr marL="384175" indent="0">
              <a:buNone/>
              <a:defRPr sz="210"/>
            </a:lvl5pPr>
            <a:lvl6pPr marL="480060" indent="0">
              <a:buNone/>
              <a:defRPr sz="210"/>
            </a:lvl6pPr>
            <a:lvl7pPr marL="575945" indent="0">
              <a:buNone/>
              <a:defRPr sz="210"/>
            </a:lvl7pPr>
            <a:lvl8pPr marL="671830" indent="0">
              <a:buNone/>
              <a:defRPr sz="210"/>
            </a:lvl8pPr>
            <a:lvl9pPr marL="767715" indent="0">
              <a:buNone/>
              <a:defRPr sz="21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43907" y="96000"/>
            <a:ext cx="3483281" cy="336000"/>
          </a:xfrm>
        </p:spPr>
        <p:txBody>
          <a:bodyPr anchor="b"/>
          <a:lstStyle>
            <a:lvl1pPr>
              <a:defRPr sz="67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591406" y="207333"/>
            <a:ext cx="5467500" cy="1023333"/>
          </a:xfrm>
        </p:spPr>
        <p:txBody>
          <a:bodyPr/>
          <a:lstStyle>
            <a:lvl1pPr marL="0" indent="0">
              <a:buNone/>
              <a:defRPr sz="670"/>
            </a:lvl1pPr>
            <a:lvl2pPr marL="95885" indent="0">
              <a:buNone/>
              <a:defRPr sz="590"/>
            </a:lvl2pPr>
            <a:lvl3pPr marL="191770" indent="0">
              <a:buNone/>
              <a:defRPr sz="505"/>
            </a:lvl3pPr>
            <a:lvl4pPr marL="288290" indent="0">
              <a:buNone/>
              <a:defRPr sz="420"/>
            </a:lvl4pPr>
            <a:lvl5pPr marL="384175" indent="0">
              <a:buNone/>
              <a:defRPr sz="420"/>
            </a:lvl5pPr>
            <a:lvl6pPr marL="480060" indent="0">
              <a:buNone/>
              <a:defRPr sz="420"/>
            </a:lvl6pPr>
            <a:lvl7pPr marL="575945" indent="0">
              <a:buNone/>
              <a:defRPr sz="420"/>
            </a:lvl7pPr>
            <a:lvl8pPr marL="671830" indent="0">
              <a:buNone/>
              <a:defRPr sz="420"/>
            </a:lvl8pPr>
            <a:lvl9pPr marL="767715" indent="0">
              <a:buNone/>
              <a:defRPr sz="42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43907" y="432000"/>
            <a:ext cx="3483281" cy="800333"/>
          </a:xfrm>
        </p:spPr>
        <p:txBody>
          <a:bodyPr/>
          <a:lstStyle>
            <a:lvl1pPr marL="0" indent="0">
              <a:buNone/>
              <a:defRPr sz="335"/>
            </a:lvl1pPr>
            <a:lvl2pPr marL="95885" indent="0">
              <a:buNone/>
              <a:defRPr sz="295"/>
            </a:lvl2pPr>
            <a:lvl3pPr marL="191770" indent="0">
              <a:buNone/>
              <a:defRPr sz="250"/>
            </a:lvl3pPr>
            <a:lvl4pPr marL="288290" indent="0">
              <a:buNone/>
              <a:defRPr sz="210"/>
            </a:lvl4pPr>
            <a:lvl5pPr marL="384175" indent="0">
              <a:buNone/>
              <a:defRPr sz="210"/>
            </a:lvl5pPr>
            <a:lvl6pPr marL="480060" indent="0">
              <a:buNone/>
              <a:defRPr sz="210"/>
            </a:lvl6pPr>
            <a:lvl7pPr marL="575945" indent="0">
              <a:buNone/>
              <a:defRPr sz="210"/>
            </a:lvl7pPr>
            <a:lvl8pPr marL="671830" indent="0">
              <a:buNone/>
              <a:defRPr sz="210"/>
            </a:lvl8pPr>
            <a:lvl9pPr marL="767715" indent="0">
              <a:buNone/>
              <a:defRPr sz="21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728750" y="76667"/>
            <a:ext cx="2328750" cy="1220333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742500" y="76667"/>
            <a:ext cx="6851250" cy="1220333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742500" y="76667"/>
            <a:ext cx="9314999" cy="27833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42500" y="383333"/>
            <a:ext cx="9314999" cy="913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742500" y="1334667"/>
            <a:ext cx="2430000" cy="76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3577500" y="1334667"/>
            <a:ext cx="3645000" cy="76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7627500" y="1334667"/>
            <a:ext cx="2430000" cy="766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91770" rtl="0" eaLnBrk="1" latinLnBrk="0" hangingPunct="1">
        <a:lnSpc>
          <a:spcPct val="90000"/>
        </a:lnSpc>
        <a:spcBef>
          <a:spcPct val="0"/>
        </a:spcBef>
        <a:buNone/>
        <a:defRPr sz="92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260" indent="-48260" algn="l" defTabSz="191770" rtl="0" eaLnBrk="1" latinLnBrk="0" hangingPunct="1">
        <a:lnSpc>
          <a:spcPct val="90000"/>
        </a:lnSpc>
        <a:spcBef>
          <a:spcPct val="42000"/>
        </a:spcBef>
        <a:buFont typeface="Arial" panose="020B0604020202020204" pitchFamily="34" charset="0"/>
        <a:buChar char="•"/>
        <a:defRPr sz="590" kern="1200">
          <a:solidFill>
            <a:schemeClr val="tx1"/>
          </a:solidFill>
          <a:latin typeface="+mn-lt"/>
          <a:ea typeface="+mn-ea"/>
          <a:cs typeface="+mn-cs"/>
        </a:defRPr>
      </a:lvl1pPr>
      <a:lvl2pPr marL="144145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505" kern="1200">
          <a:solidFill>
            <a:schemeClr val="tx1"/>
          </a:solidFill>
          <a:latin typeface="+mn-lt"/>
          <a:ea typeface="+mn-ea"/>
          <a:cs typeface="+mn-cs"/>
        </a:defRPr>
      </a:lvl2pPr>
      <a:lvl3pPr marL="240030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3pPr>
      <a:lvl4pPr marL="335915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380" kern="1200">
          <a:solidFill>
            <a:schemeClr val="tx1"/>
          </a:solidFill>
          <a:latin typeface="+mn-lt"/>
          <a:ea typeface="+mn-ea"/>
          <a:cs typeface="+mn-cs"/>
        </a:defRPr>
      </a:lvl4pPr>
      <a:lvl5pPr marL="431800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380" kern="1200">
          <a:solidFill>
            <a:schemeClr val="tx1"/>
          </a:solidFill>
          <a:latin typeface="+mn-lt"/>
          <a:ea typeface="+mn-ea"/>
          <a:cs typeface="+mn-cs"/>
        </a:defRPr>
      </a:lvl5pPr>
      <a:lvl6pPr marL="527685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380" kern="1200">
          <a:solidFill>
            <a:schemeClr val="tx1"/>
          </a:solidFill>
          <a:latin typeface="+mn-lt"/>
          <a:ea typeface="+mn-ea"/>
          <a:cs typeface="+mn-cs"/>
        </a:defRPr>
      </a:lvl6pPr>
      <a:lvl7pPr marL="624205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3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90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380" kern="1200">
          <a:solidFill>
            <a:schemeClr val="tx1"/>
          </a:solidFill>
          <a:latin typeface="+mn-lt"/>
          <a:ea typeface="+mn-ea"/>
          <a:cs typeface="+mn-cs"/>
        </a:defRPr>
      </a:lvl8pPr>
      <a:lvl9pPr marL="815975" indent="-48260" algn="l" defTabSz="191770" rtl="0" eaLnBrk="1" latinLnBrk="0" hangingPunct="1">
        <a:lnSpc>
          <a:spcPct val="90000"/>
        </a:lnSpc>
        <a:spcBef>
          <a:spcPct val="21000"/>
        </a:spcBef>
        <a:buFont typeface="Arial" panose="020B0604020202020204" pitchFamily="34" charset="0"/>
        <a:buChar char="•"/>
        <a:defRPr sz="3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1pPr>
      <a:lvl2pPr marL="95885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2pPr>
      <a:lvl3pPr marL="191770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3pPr>
      <a:lvl4pPr marL="288290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4pPr>
      <a:lvl5pPr marL="384175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60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6pPr>
      <a:lvl7pPr marL="575945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7pPr>
      <a:lvl8pPr marL="671830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8pPr>
      <a:lvl9pPr marL="767715" algn="l" defTabSz="191770" rtl="0" eaLnBrk="1" latinLnBrk="0" hangingPunct="1">
        <a:defRPr sz="3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15" name="组合 14"/>
          <p:cNvGrpSpPr/>
          <p:nvPr/>
        </p:nvGrpSpPr>
        <p:grpSpPr>
          <a:xfrm>
            <a:off x="131405" y="45630"/>
            <a:ext cx="10487025" cy="1362710"/>
            <a:chOff x="1275" y="2252"/>
            <a:chExt cx="16515" cy="2146"/>
          </a:xfrm>
        </p:grpSpPr>
        <p:sp>
          <p:nvSpPr>
            <p:cNvPr id="27" name="矩形 26"/>
            <p:cNvSpPr/>
            <p:nvPr/>
          </p:nvSpPr>
          <p:spPr>
            <a:xfrm>
              <a:off x="1275" y="2252"/>
              <a:ext cx="13796" cy="2146"/>
            </a:xfrm>
            <a:prstGeom prst="rect">
              <a:avLst/>
            </a:prstGeom>
            <a:solidFill>
              <a:srgbClr val="E6F1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endParaRPr lang="zh-CN" altLang="en-US" sz="1600">
                <a:sym typeface="+mn-ea"/>
              </a:endParaRPr>
            </a:p>
          </p:txBody>
        </p:sp>
        <p:sp>
          <p:nvSpPr>
            <p:cNvPr id="13" name="矩形 12"/>
            <p:cNvSpPr/>
            <p:nvPr/>
          </p:nvSpPr>
          <p:spPr>
            <a:xfrm>
              <a:off x="1572" y="3170"/>
              <a:ext cx="1951" cy="687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三角形设置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7" name="矩形 6"/>
            <p:cNvSpPr/>
            <p:nvPr/>
          </p:nvSpPr>
          <p:spPr>
            <a:xfrm>
              <a:off x="5126" y="3170"/>
              <a:ext cx="1951" cy="687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三角形遍历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cxnSp>
          <p:nvCxnSpPr>
            <p:cNvPr id="17" name="直接箭头连接符 16"/>
            <p:cNvCxnSpPr>
              <a:stCxn id="13" idx="3"/>
              <a:endCxn id="7" idx="1"/>
            </p:cNvCxnSpPr>
            <p:nvPr/>
          </p:nvCxnSpPr>
          <p:spPr>
            <a:xfrm>
              <a:off x="3523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0" name="矩形 9"/>
            <p:cNvSpPr/>
            <p:nvPr/>
          </p:nvSpPr>
          <p:spPr>
            <a:xfrm>
              <a:off x="8680" y="3170"/>
              <a:ext cx="1951" cy="687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片元着色器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cxnSp>
          <p:nvCxnSpPr>
            <p:cNvPr id="11" name="直接箭头连接符 10"/>
            <p:cNvCxnSpPr>
              <a:endCxn id="10" idx="1"/>
            </p:cNvCxnSpPr>
            <p:nvPr/>
          </p:nvCxnSpPr>
          <p:spPr>
            <a:xfrm>
              <a:off x="7077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19" name="矩形 18"/>
            <p:cNvSpPr/>
            <p:nvPr/>
          </p:nvSpPr>
          <p:spPr>
            <a:xfrm>
              <a:off x="12234" y="3170"/>
              <a:ext cx="2008" cy="687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vertOverflow="overflow" horzOverflow="overflow" vert="horz" wrap="square" numCol="1" spcCol="0" rtlCol="0" fromWordArt="0" anchor="ctr" anchorCtr="0" forceAA="0" compatLnSpc="1">
              <a:noAutofit/>
            </a:bodyPr>
            <a:p>
              <a:pPr lvl="0" algn="ctr">
                <a:buClrTx/>
                <a:buSzTx/>
                <a:buFontTx/>
              </a:pPr>
              <a:r>
                <a:rPr lang="zh-CN" altLang="en-US" sz="160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逐片元操作</a:t>
              </a:r>
              <a:endParaRPr lang="zh-CN" altLang="en-US" sz="160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cxnSp>
          <p:nvCxnSpPr>
            <p:cNvPr id="21" name="直接箭头连接符 20"/>
            <p:cNvCxnSpPr>
              <a:endCxn id="19" idx="1"/>
            </p:cNvCxnSpPr>
            <p:nvPr/>
          </p:nvCxnSpPr>
          <p:spPr>
            <a:xfrm>
              <a:off x="10631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2" name="直接箭头连接符 31"/>
            <p:cNvCxnSpPr/>
            <p:nvPr/>
          </p:nvCxnSpPr>
          <p:spPr>
            <a:xfrm>
              <a:off x="14242" y="3514"/>
              <a:ext cx="16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pic>
          <p:nvPicPr>
            <p:cNvPr id="5" name="图片 4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15845" y="3075"/>
              <a:ext cx="1755" cy="923"/>
            </a:xfrm>
            <a:prstGeom prst="rect">
              <a:avLst/>
            </a:prstGeom>
          </p:spPr>
        </p:pic>
        <p:sp>
          <p:nvSpPr>
            <p:cNvPr id="9" name="文本框 8"/>
            <p:cNvSpPr txBox="1"/>
            <p:nvPr/>
          </p:nvSpPr>
          <p:spPr>
            <a:xfrm>
              <a:off x="7464" y="2401"/>
              <a:ext cx="21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光栅化阶段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15935" y="2562"/>
              <a:ext cx="1855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60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屏幕图像</a:t>
              </a:r>
              <a:endParaRPr lang="zh-CN" altLang="en-US" sz="160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</Words>
  <Application>WPS 演示</Application>
  <PresentationFormat>宽屏</PresentationFormat>
  <Paragraphs>12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Arial Unicode MS</vt:lpstr>
      <vt:lpstr>Calibri</vt:lpstr>
      <vt:lpstr>微软雅黑</vt:lpstr>
      <vt:lpstr>Times New Roman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5</cp:revision>
  <dcterms:created xsi:type="dcterms:W3CDTF">2023-08-09T12:44:00Z</dcterms:created>
  <dcterms:modified xsi:type="dcterms:W3CDTF">2026-02-04T13:23:05Z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A8C3F5F1B3464F0491F68E3E7C6DC150_12</vt:lpwstr>
  </property>
</Properties>
</file>