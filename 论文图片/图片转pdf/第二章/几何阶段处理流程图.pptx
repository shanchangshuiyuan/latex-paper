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599670" cy="395986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247" userDrawn="1">
          <p15:clr>
            <a:srgbClr val="A4A3A4"/>
          </p15:clr>
        </p15:guide>
        <p15:guide id="2" pos="3969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1247"/>
        <p:guide pos="396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75222" y="648347"/>
            <a:ext cx="9451331" cy="1379227"/>
          </a:xfrm>
        </p:spPr>
        <p:txBody>
          <a:bodyPr anchor="b"/>
          <a:lstStyle>
            <a:lvl1pPr algn="ctr">
              <a:defRPr sz="34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75222" y="2080763"/>
            <a:ext cx="9451331" cy="956473"/>
          </a:xfrm>
        </p:spPr>
        <p:txBody>
          <a:bodyPr/>
          <a:lstStyle>
            <a:lvl1pPr marL="0" indent="0" algn="ctr">
              <a:buNone/>
              <a:defRPr sz="1385"/>
            </a:lvl1pPr>
            <a:lvl2pPr marL="263525" indent="0" algn="ctr">
              <a:buNone/>
              <a:defRPr sz="1155"/>
            </a:lvl2pPr>
            <a:lvl3pPr marL="528320" indent="0" algn="ctr">
              <a:buNone/>
              <a:defRPr sz="1040"/>
            </a:lvl3pPr>
            <a:lvl4pPr marL="791845" indent="0" algn="ctr">
              <a:buNone/>
              <a:defRPr sz="925"/>
            </a:lvl4pPr>
            <a:lvl5pPr marL="1056640" indent="0" algn="ctr">
              <a:buNone/>
              <a:defRPr sz="925"/>
            </a:lvl5pPr>
            <a:lvl6pPr marL="1320165" indent="0" algn="ctr">
              <a:buNone/>
              <a:defRPr sz="925"/>
            </a:lvl6pPr>
            <a:lvl7pPr marL="1583690" indent="0" algn="ctr">
              <a:buNone/>
              <a:defRPr sz="925"/>
            </a:lvl7pPr>
            <a:lvl8pPr marL="1848485" indent="0" algn="ctr">
              <a:buNone/>
              <a:defRPr sz="925"/>
            </a:lvl8pPr>
            <a:lvl9pPr marL="2112010" indent="0" algn="ctr">
              <a:buNone/>
              <a:defRPr sz="925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59809" y="987652"/>
            <a:ext cx="10869029" cy="1647919"/>
          </a:xfrm>
        </p:spPr>
        <p:txBody>
          <a:bodyPr anchor="b"/>
          <a:lstStyle>
            <a:lvl1pPr>
              <a:defRPr sz="3465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59809" y="2651162"/>
            <a:ext cx="10869029" cy="866603"/>
          </a:xfrm>
        </p:spPr>
        <p:txBody>
          <a:bodyPr/>
          <a:lstStyle>
            <a:lvl1pPr marL="0" indent="0">
              <a:buNone/>
              <a:defRPr sz="1385">
                <a:solidFill>
                  <a:schemeClr val="tx1">
                    <a:tint val="75000"/>
                  </a:schemeClr>
                </a:solidFill>
              </a:defRPr>
            </a:lvl1pPr>
            <a:lvl2pPr marL="263525" indent="0">
              <a:buNone/>
              <a:defRPr sz="1155">
                <a:solidFill>
                  <a:schemeClr val="tx1">
                    <a:tint val="75000"/>
                  </a:schemeClr>
                </a:solidFill>
              </a:defRPr>
            </a:lvl2pPr>
            <a:lvl3pPr marL="528320" indent="0">
              <a:buNone/>
              <a:defRPr sz="1040">
                <a:solidFill>
                  <a:schemeClr val="tx1">
                    <a:tint val="75000"/>
                  </a:schemeClr>
                </a:solidFill>
              </a:defRPr>
            </a:lvl3pPr>
            <a:lvl4pPr marL="79184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4pPr>
            <a:lvl5pPr marL="105664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5pPr>
            <a:lvl6pPr marL="132016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6pPr>
            <a:lvl7pPr marL="158369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7pPr>
            <a:lvl8pPr marL="1848485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8pPr>
            <a:lvl9pPr marL="2112010" indent="0">
              <a:buNone/>
              <a:defRPr sz="925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66372" y="1054596"/>
            <a:ext cx="5355753" cy="2513606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79648" y="1054596"/>
            <a:ext cx="5355753" cy="2513606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68014" y="210919"/>
            <a:ext cx="10869029" cy="765728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68014" y="971145"/>
            <a:ext cx="5331140" cy="475944"/>
          </a:xfrm>
        </p:spPr>
        <p:txBody>
          <a:bodyPr anchor="b"/>
          <a:lstStyle>
            <a:lvl1pPr marL="0" indent="0">
              <a:buNone/>
              <a:defRPr sz="1385" b="1"/>
            </a:lvl1pPr>
            <a:lvl2pPr marL="263525" indent="0">
              <a:buNone/>
              <a:defRPr sz="1155" b="1"/>
            </a:lvl2pPr>
            <a:lvl3pPr marL="528320" indent="0">
              <a:buNone/>
              <a:defRPr sz="1040" b="1"/>
            </a:lvl3pPr>
            <a:lvl4pPr marL="791845" indent="0">
              <a:buNone/>
              <a:defRPr sz="925" b="1"/>
            </a:lvl4pPr>
            <a:lvl5pPr marL="1056640" indent="0">
              <a:buNone/>
              <a:defRPr sz="925" b="1"/>
            </a:lvl5pPr>
            <a:lvl6pPr marL="1320165" indent="0">
              <a:buNone/>
              <a:defRPr sz="925" b="1"/>
            </a:lvl6pPr>
            <a:lvl7pPr marL="1583690" indent="0">
              <a:buNone/>
              <a:defRPr sz="925" b="1"/>
            </a:lvl7pPr>
            <a:lvl8pPr marL="1848485" indent="0">
              <a:buNone/>
              <a:defRPr sz="925" b="1"/>
            </a:lvl8pPr>
            <a:lvl9pPr marL="2112010" indent="0">
              <a:buNone/>
              <a:defRPr sz="92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68014" y="1447088"/>
            <a:ext cx="5331140" cy="212845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379648" y="971145"/>
            <a:ext cx="5357395" cy="475944"/>
          </a:xfrm>
        </p:spPr>
        <p:txBody>
          <a:bodyPr anchor="b"/>
          <a:lstStyle>
            <a:lvl1pPr marL="0" indent="0">
              <a:buNone/>
              <a:defRPr sz="1385" b="1"/>
            </a:lvl1pPr>
            <a:lvl2pPr marL="263525" indent="0">
              <a:buNone/>
              <a:defRPr sz="1155" b="1"/>
            </a:lvl2pPr>
            <a:lvl3pPr marL="528320" indent="0">
              <a:buNone/>
              <a:defRPr sz="1040" b="1"/>
            </a:lvl3pPr>
            <a:lvl4pPr marL="791845" indent="0">
              <a:buNone/>
              <a:defRPr sz="925" b="1"/>
            </a:lvl4pPr>
            <a:lvl5pPr marL="1056640" indent="0">
              <a:buNone/>
              <a:defRPr sz="925" b="1"/>
            </a:lvl5pPr>
            <a:lvl6pPr marL="1320165" indent="0">
              <a:buNone/>
              <a:defRPr sz="925" b="1"/>
            </a:lvl6pPr>
            <a:lvl7pPr marL="1583690" indent="0">
              <a:buNone/>
              <a:defRPr sz="925" b="1"/>
            </a:lvl7pPr>
            <a:lvl8pPr marL="1848485" indent="0">
              <a:buNone/>
              <a:defRPr sz="925" b="1"/>
            </a:lvl8pPr>
            <a:lvl9pPr marL="2112010" indent="0">
              <a:buNone/>
              <a:defRPr sz="925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379648" y="1447088"/>
            <a:ext cx="5357395" cy="2128450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68014" y="264107"/>
            <a:ext cx="4064399" cy="924376"/>
          </a:xfrm>
        </p:spPr>
        <p:txBody>
          <a:bodyPr anchor="b"/>
          <a:lstStyle>
            <a:lvl1pPr>
              <a:defRPr sz="185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357395" y="570399"/>
            <a:ext cx="6379648" cy="2815311"/>
          </a:xfrm>
        </p:spPr>
        <p:txBody>
          <a:bodyPr/>
          <a:lstStyle>
            <a:lvl1pPr>
              <a:defRPr sz="1850"/>
            </a:lvl1pPr>
            <a:lvl2pPr>
              <a:defRPr sz="1620"/>
            </a:lvl2pPr>
            <a:lvl3pPr>
              <a:defRPr sz="1385"/>
            </a:lvl3pPr>
            <a:lvl4pPr>
              <a:defRPr sz="1155"/>
            </a:lvl4pPr>
            <a:lvl5pPr>
              <a:defRPr sz="1155"/>
            </a:lvl5pPr>
            <a:lvl6pPr>
              <a:defRPr sz="1155"/>
            </a:lvl6pPr>
            <a:lvl7pPr>
              <a:defRPr sz="1155"/>
            </a:lvl7pPr>
            <a:lvl8pPr>
              <a:defRPr sz="1155"/>
            </a:lvl8pPr>
            <a:lvl9pPr>
              <a:defRPr sz="115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68014" y="1188483"/>
            <a:ext cx="4064399" cy="2201813"/>
          </a:xfrm>
        </p:spPr>
        <p:txBody>
          <a:bodyPr/>
          <a:lstStyle>
            <a:lvl1pPr marL="0" indent="0">
              <a:buNone/>
              <a:defRPr sz="925"/>
            </a:lvl1pPr>
            <a:lvl2pPr marL="263525" indent="0">
              <a:buNone/>
              <a:defRPr sz="810"/>
            </a:lvl2pPr>
            <a:lvl3pPr marL="528320" indent="0">
              <a:buNone/>
              <a:defRPr sz="690"/>
            </a:lvl3pPr>
            <a:lvl4pPr marL="791845" indent="0">
              <a:buNone/>
              <a:defRPr sz="575"/>
            </a:lvl4pPr>
            <a:lvl5pPr marL="1056640" indent="0">
              <a:buNone/>
              <a:defRPr sz="575"/>
            </a:lvl5pPr>
            <a:lvl6pPr marL="1320165" indent="0">
              <a:buNone/>
              <a:defRPr sz="575"/>
            </a:lvl6pPr>
            <a:lvl7pPr marL="1583690" indent="0">
              <a:buNone/>
              <a:defRPr sz="575"/>
            </a:lvl7pPr>
            <a:lvl8pPr marL="1848485" indent="0">
              <a:buNone/>
              <a:defRPr sz="575"/>
            </a:lvl8pPr>
            <a:lvl9pPr marL="2112010" indent="0">
              <a:buNone/>
              <a:defRPr sz="57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68014" y="264107"/>
            <a:ext cx="4064399" cy="924376"/>
          </a:xfrm>
        </p:spPr>
        <p:txBody>
          <a:bodyPr anchor="b"/>
          <a:lstStyle>
            <a:lvl1pPr>
              <a:defRPr sz="185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357395" y="570399"/>
            <a:ext cx="6379648" cy="2815311"/>
          </a:xfrm>
        </p:spPr>
        <p:txBody>
          <a:bodyPr/>
          <a:lstStyle>
            <a:lvl1pPr marL="0" indent="0">
              <a:buNone/>
              <a:defRPr sz="1850"/>
            </a:lvl1pPr>
            <a:lvl2pPr marL="263525" indent="0">
              <a:buNone/>
              <a:defRPr sz="1620"/>
            </a:lvl2pPr>
            <a:lvl3pPr marL="528320" indent="0">
              <a:buNone/>
              <a:defRPr sz="1385"/>
            </a:lvl3pPr>
            <a:lvl4pPr marL="791845" indent="0">
              <a:buNone/>
              <a:defRPr sz="1155"/>
            </a:lvl4pPr>
            <a:lvl5pPr marL="1056640" indent="0">
              <a:buNone/>
              <a:defRPr sz="1155"/>
            </a:lvl5pPr>
            <a:lvl6pPr marL="1320165" indent="0">
              <a:buNone/>
              <a:defRPr sz="1155"/>
            </a:lvl6pPr>
            <a:lvl7pPr marL="1583690" indent="0">
              <a:buNone/>
              <a:defRPr sz="1155"/>
            </a:lvl7pPr>
            <a:lvl8pPr marL="1848485" indent="0">
              <a:buNone/>
              <a:defRPr sz="1155"/>
            </a:lvl8pPr>
            <a:lvl9pPr marL="2112010" indent="0">
              <a:buNone/>
              <a:defRPr sz="1155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68014" y="1188483"/>
            <a:ext cx="4064399" cy="2201813"/>
          </a:xfrm>
        </p:spPr>
        <p:txBody>
          <a:bodyPr/>
          <a:lstStyle>
            <a:lvl1pPr marL="0" indent="0">
              <a:buNone/>
              <a:defRPr sz="925"/>
            </a:lvl1pPr>
            <a:lvl2pPr marL="263525" indent="0">
              <a:buNone/>
              <a:defRPr sz="810"/>
            </a:lvl2pPr>
            <a:lvl3pPr marL="528320" indent="0">
              <a:buNone/>
              <a:defRPr sz="690"/>
            </a:lvl3pPr>
            <a:lvl4pPr marL="791845" indent="0">
              <a:buNone/>
              <a:defRPr sz="575"/>
            </a:lvl4pPr>
            <a:lvl5pPr marL="1056640" indent="0">
              <a:buNone/>
              <a:defRPr sz="575"/>
            </a:lvl5pPr>
            <a:lvl6pPr marL="1320165" indent="0">
              <a:buNone/>
              <a:defRPr sz="575"/>
            </a:lvl6pPr>
            <a:lvl7pPr marL="1583690" indent="0">
              <a:buNone/>
              <a:defRPr sz="575"/>
            </a:lvl7pPr>
            <a:lvl8pPr marL="1848485" indent="0">
              <a:buNone/>
              <a:defRPr sz="575"/>
            </a:lvl8pPr>
            <a:lvl9pPr marL="2112010" indent="0">
              <a:buNone/>
              <a:defRPr sz="575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9018144" y="210919"/>
            <a:ext cx="2717257" cy="3357283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66372" y="210919"/>
            <a:ext cx="7994250" cy="3357283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66372" y="210919"/>
            <a:ext cx="10869029" cy="7657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66372" y="1054596"/>
            <a:ext cx="10869029" cy="25136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66372" y="3671827"/>
            <a:ext cx="2835400" cy="2109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74338" y="3671827"/>
            <a:ext cx="4253098" cy="2109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6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900003" y="3671827"/>
            <a:ext cx="2835400" cy="21091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9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528320" rtl="0" eaLnBrk="1" latinLnBrk="0" hangingPunct="1">
        <a:lnSpc>
          <a:spcPct val="90000"/>
        </a:lnSpc>
        <a:spcBef>
          <a:spcPct val="0"/>
        </a:spcBef>
        <a:buNone/>
        <a:defRPr sz="25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32080" indent="-132080" algn="l" defTabSz="528320" rtl="0" eaLnBrk="1" latinLnBrk="0" hangingPunct="1">
        <a:lnSpc>
          <a:spcPct val="90000"/>
        </a:lnSpc>
        <a:spcBef>
          <a:spcPts val="575"/>
        </a:spcBef>
        <a:buFont typeface="Arial" panose="020B0604020202020204" pitchFamily="34" charset="0"/>
        <a:buChar char="•"/>
        <a:defRPr sz="1620" kern="1200">
          <a:solidFill>
            <a:schemeClr val="tx1"/>
          </a:solidFill>
          <a:latin typeface="+mn-lt"/>
          <a:ea typeface="+mn-ea"/>
          <a:cs typeface="+mn-cs"/>
        </a:defRPr>
      </a:lvl1pPr>
      <a:lvl2pPr marL="396240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385" kern="1200">
          <a:solidFill>
            <a:schemeClr val="tx1"/>
          </a:solidFill>
          <a:latin typeface="+mn-lt"/>
          <a:ea typeface="+mn-ea"/>
          <a:cs typeface="+mn-cs"/>
        </a:defRPr>
      </a:lvl2pPr>
      <a:lvl3pPr marL="660400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155" kern="1200">
          <a:solidFill>
            <a:schemeClr val="tx1"/>
          </a:solidFill>
          <a:latin typeface="+mn-lt"/>
          <a:ea typeface="+mn-ea"/>
          <a:cs typeface="+mn-cs"/>
        </a:defRPr>
      </a:lvl3pPr>
      <a:lvl4pPr marL="923925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4pPr>
      <a:lvl5pPr marL="1188085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5pPr>
      <a:lvl6pPr marL="1452245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6pPr>
      <a:lvl7pPr marL="1715770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7pPr>
      <a:lvl8pPr marL="1980565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8pPr>
      <a:lvl9pPr marL="2244090" indent="-132080" algn="l" defTabSz="528320" rtl="0" eaLnBrk="1" latinLnBrk="0" hangingPunct="1">
        <a:lnSpc>
          <a:spcPct val="90000"/>
        </a:lnSpc>
        <a:spcBef>
          <a:spcPct val="58000"/>
        </a:spcBef>
        <a:buFont typeface="Arial" panose="020B0604020202020204" pitchFamily="34" charset="0"/>
        <a:buChar char="•"/>
        <a:defRPr sz="10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1pPr>
      <a:lvl2pPr marL="263525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2pPr>
      <a:lvl3pPr marL="528320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3pPr>
      <a:lvl4pPr marL="791845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4pPr>
      <a:lvl5pPr marL="1056640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5pPr>
      <a:lvl6pPr marL="1320165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6pPr>
      <a:lvl7pPr marL="1583690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7pPr>
      <a:lvl8pPr marL="1848485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8pPr>
      <a:lvl9pPr marL="2112010" algn="l" defTabSz="528320" rtl="0" eaLnBrk="1" latinLnBrk="0" hangingPunct="1">
        <a:defRPr sz="10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24.xml"/><Relationship Id="rId23" Type="http://schemas.openxmlformats.org/officeDocument/2006/relationships/tags" Target="../tags/tag23.xml"/><Relationship Id="rId22" Type="http://schemas.openxmlformats.org/officeDocument/2006/relationships/tags" Target="../tags/tag22.xml"/><Relationship Id="rId21" Type="http://schemas.openxmlformats.org/officeDocument/2006/relationships/tags" Target="../tags/tag21.xml"/><Relationship Id="rId20" Type="http://schemas.openxmlformats.org/officeDocument/2006/relationships/tags" Target="../tags/tag20.xml"/><Relationship Id="rId2" Type="http://schemas.openxmlformats.org/officeDocument/2006/relationships/tags" Target="../tags/tag2.xml"/><Relationship Id="rId19" Type="http://schemas.openxmlformats.org/officeDocument/2006/relationships/tags" Target="../tags/tag19.xml"/><Relationship Id="rId18" Type="http://schemas.openxmlformats.org/officeDocument/2006/relationships/tags" Target="../tags/tag18.xml"/><Relationship Id="rId17" Type="http://schemas.openxmlformats.org/officeDocument/2006/relationships/tags" Target="../tags/tag17.xml"/><Relationship Id="rId16" Type="http://schemas.openxmlformats.org/officeDocument/2006/relationships/tags" Target="../tags/tag16.xml"/><Relationship Id="rId15" Type="http://schemas.openxmlformats.org/officeDocument/2006/relationships/tags" Target="../tags/tag15.xml"/><Relationship Id="rId14" Type="http://schemas.openxmlformats.org/officeDocument/2006/relationships/tags" Target="../tags/tag14.xml"/><Relationship Id="rId13" Type="http://schemas.openxmlformats.org/officeDocument/2006/relationships/tags" Target="../tags/tag13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42" name="组合 41"/>
          <p:cNvGrpSpPr/>
          <p:nvPr>
            <p:custDataLst>
              <p:tags r:id="rId1"/>
            </p:custDataLst>
          </p:nvPr>
        </p:nvGrpSpPr>
        <p:grpSpPr>
          <a:xfrm>
            <a:off x="28575" y="59055"/>
            <a:ext cx="12534265" cy="3818890"/>
            <a:chOff x="781" y="2008"/>
            <a:chExt cx="17896" cy="5741"/>
          </a:xfrm>
        </p:grpSpPr>
        <p:sp>
          <p:nvSpPr>
            <p:cNvPr id="2" name="矩形 1"/>
            <p:cNvSpPr/>
            <p:nvPr>
              <p:custDataLst>
                <p:tags r:id="rId2"/>
              </p:custDataLst>
            </p:nvPr>
          </p:nvSpPr>
          <p:spPr>
            <a:xfrm>
              <a:off x="781" y="3653"/>
              <a:ext cx="17896" cy="2649"/>
            </a:xfrm>
            <a:prstGeom prst="rect">
              <a:avLst/>
            </a:prstGeom>
            <a:solidFill>
              <a:srgbClr val="FBEDE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810"/>
            </a:p>
          </p:txBody>
        </p:sp>
        <p:sp>
          <p:nvSpPr>
            <p:cNvPr id="3" name="矩形 2"/>
            <p:cNvSpPr/>
            <p:nvPr>
              <p:custDataLst>
                <p:tags r:id="rId3"/>
              </p:custDataLst>
            </p:nvPr>
          </p:nvSpPr>
          <p:spPr>
            <a:xfrm>
              <a:off x="1078" y="2008"/>
              <a:ext cx="1951" cy="692"/>
            </a:xfrm>
            <a:prstGeom prst="rect">
              <a:avLst/>
            </a:prstGeom>
            <a:solidFill>
              <a:srgbClr val="BBD6E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</a:rPr>
                <a:t>应用阶段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" name="矩形 5"/>
            <p:cNvSpPr/>
            <p:nvPr>
              <p:custDataLst>
                <p:tags r:id="rId4"/>
              </p:custDataLst>
            </p:nvPr>
          </p:nvSpPr>
          <p:spPr>
            <a:xfrm>
              <a:off x="1078" y="4542"/>
              <a:ext cx="1951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顶点着色器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7" name="矩形 6"/>
            <p:cNvSpPr/>
            <p:nvPr>
              <p:custDataLst>
                <p:tags r:id="rId5"/>
              </p:custDataLst>
            </p:nvPr>
          </p:nvSpPr>
          <p:spPr>
            <a:xfrm>
              <a:off x="16447" y="7057"/>
              <a:ext cx="1951" cy="692"/>
            </a:xfrm>
            <a:prstGeom prst="rect">
              <a:avLst/>
            </a:prstGeom>
            <a:solidFill>
              <a:srgbClr val="C5DFB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Times New Roman" panose="02020603050405020304" charset="0"/>
                  <a:ea typeface="宋体" panose="02010600030101010101" pitchFamily="2" charset="-122"/>
                  <a:cs typeface="Times New Roman" panose="02020603050405020304" charset="0"/>
                  <a:sym typeface="+mn-ea"/>
                </a:rPr>
                <a:t>光栅化阶段</a:t>
              </a:r>
              <a:endParaRPr lang="zh-CN" altLang="en-US" sz="1810" b="1">
                <a:solidFill>
                  <a:schemeClr val="tx1"/>
                </a:solidFill>
                <a:latin typeface="Times New Roman" panose="02020603050405020304" charset="0"/>
                <a:ea typeface="宋体" panose="02010600030101010101" pitchFamily="2" charset="-122"/>
                <a:cs typeface="Times New Roman" panose="02020603050405020304" charset="0"/>
                <a:sym typeface="+mn-ea"/>
              </a:endParaRPr>
            </a:p>
          </p:txBody>
        </p:sp>
        <p:sp>
          <p:nvSpPr>
            <p:cNvPr id="8" name="文本框 7"/>
            <p:cNvSpPr txBox="1"/>
            <p:nvPr>
              <p:custDataLst>
                <p:tags r:id="rId6"/>
              </p:custDataLst>
            </p:nvPr>
          </p:nvSpPr>
          <p:spPr>
            <a:xfrm>
              <a:off x="8574" y="3771"/>
              <a:ext cx="1855" cy="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几何阶段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15" name="矩形 14"/>
            <p:cNvSpPr/>
            <p:nvPr>
              <p:custDataLst>
                <p:tags r:id="rId7"/>
              </p:custDataLst>
            </p:nvPr>
          </p:nvSpPr>
          <p:spPr>
            <a:xfrm>
              <a:off x="3724" y="4542"/>
              <a:ext cx="5415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外壳着色器</a:t>
              </a:r>
              <a:r>
                <a:rPr lang="en-US" altLang="zh-CN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   </a:t>
              </a:r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细分器</a:t>
              </a:r>
              <a:r>
                <a:rPr lang="en-US" altLang="zh-CN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    </a:t>
              </a:r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域着色器</a:t>
              </a:r>
              <a:r>
                <a:rPr lang="en-US" altLang="zh-CN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 </a:t>
              </a:r>
              <a:endParaRPr lang="en-US" altLang="zh-CN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16" name="矩形 15"/>
            <p:cNvSpPr/>
            <p:nvPr>
              <p:custDataLst>
                <p:tags r:id="rId8"/>
              </p:custDataLst>
            </p:nvPr>
          </p:nvSpPr>
          <p:spPr>
            <a:xfrm>
              <a:off x="9816" y="4542"/>
              <a:ext cx="1951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几何着色器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17" name="矩形 16"/>
            <p:cNvSpPr/>
            <p:nvPr>
              <p:custDataLst>
                <p:tags r:id="rId9"/>
              </p:custDataLst>
            </p:nvPr>
          </p:nvSpPr>
          <p:spPr>
            <a:xfrm>
              <a:off x="12614" y="4542"/>
              <a:ext cx="1140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投影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20" name="矩形 19"/>
            <p:cNvSpPr/>
            <p:nvPr>
              <p:custDataLst>
                <p:tags r:id="rId10"/>
              </p:custDataLst>
            </p:nvPr>
          </p:nvSpPr>
          <p:spPr>
            <a:xfrm>
              <a:off x="14618" y="4542"/>
              <a:ext cx="1140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裁剪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sp>
          <p:nvSpPr>
            <p:cNvPr id="22" name="矩形 21"/>
            <p:cNvSpPr/>
            <p:nvPr>
              <p:custDataLst>
                <p:tags r:id="rId11"/>
              </p:custDataLst>
            </p:nvPr>
          </p:nvSpPr>
          <p:spPr>
            <a:xfrm>
              <a:off x="16447" y="4528"/>
              <a:ext cx="1945" cy="687"/>
            </a:xfrm>
            <a:prstGeom prst="rect">
              <a:avLst/>
            </a:prstGeom>
            <a:solidFill>
              <a:srgbClr val="F7CAA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cs typeface="宋体" panose="02010600030101010101" pitchFamily="2" charset="-122"/>
                </a:rPr>
                <a:t>屏幕映射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2" charset="-122"/>
              </a:endParaRPr>
            </a:p>
          </p:txBody>
        </p:sp>
        <p:cxnSp>
          <p:nvCxnSpPr>
            <p:cNvPr id="23" name="直接箭头连接符 22"/>
            <p:cNvCxnSpPr>
              <a:stCxn id="6" idx="3"/>
              <a:endCxn id="15" idx="1"/>
            </p:cNvCxnSpPr>
            <p:nvPr>
              <p:custDataLst>
                <p:tags r:id="rId12"/>
              </p:custDataLst>
            </p:nvPr>
          </p:nvCxnSpPr>
          <p:spPr>
            <a:xfrm>
              <a:off x="3029" y="4886"/>
              <a:ext cx="6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4" name="直接箭头连接符 23"/>
            <p:cNvCxnSpPr/>
            <p:nvPr>
              <p:custDataLst>
                <p:tags r:id="rId13"/>
              </p:custDataLst>
            </p:nvPr>
          </p:nvCxnSpPr>
          <p:spPr>
            <a:xfrm>
              <a:off x="9139" y="4886"/>
              <a:ext cx="6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5" name="直接箭头连接符 24"/>
            <p:cNvCxnSpPr>
              <a:stCxn id="16" idx="3"/>
            </p:cNvCxnSpPr>
            <p:nvPr>
              <p:custDataLst>
                <p:tags r:id="rId14"/>
              </p:custDataLst>
            </p:nvPr>
          </p:nvCxnSpPr>
          <p:spPr>
            <a:xfrm>
              <a:off x="11767" y="4886"/>
              <a:ext cx="8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6" name="直接箭头连接符 25"/>
            <p:cNvCxnSpPr/>
            <p:nvPr>
              <p:custDataLst>
                <p:tags r:id="rId15"/>
              </p:custDataLst>
            </p:nvPr>
          </p:nvCxnSpPr>
          <p:spPr>
            <a:xfrm>
              <a:off x="13754" y="4886"/>
              <a:ext cx="86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28" name="直接箭头连接符 27"/>
            <p:cNvCxnSpPr/>
            <p:nvPr>
              <p:custDataLst>
                <p:tags r:id="rId16"/>
              </p:custDataLst>
            </p:nvPr>
          </p:nvCxnSpPr>
          <p:spPr>
            <a:xfrm>
              <a:off x="15758" y="4886"/>
              <a:ext cx="689" cy="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0" name="直接箭头连接符 29"/>
            <p:cNvCxnSpPr>
              <a:stCxn id="3" idx="2"/>
              <a:endCxn id="6" idx="0"/>
            </p:cNvCxnSpPr>
            <p:nvPr>
              <p:custDataLst>
                <p:tags r:id="rId17"/>
              </p:custDataLst>
            </p:nvPr>
          </p:nvCxnSpPr>
          <p:spPr>
            <a:xfrm>
              <a:off x="2054" y="2700"/>
              <a:ext cx="0" cy="184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34" name="直接箭头连接符 33"/>
            <p:cNvCxnSpPr/>
            <p:nvPr>
              <p:custDataLst>
                <p:tags r:id="rId18"/>
              </p:custDataLst>
            </p:nvPr>
          </p:nvCxnSpPr>
          <p:spPr>
            <a:xfrm>
              <a:off x="17423" y="5215"/>
              <a:ext cx="0" cy="184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sp>
          <p:nvSpPr>
            <p:cNvPr id="37" name="矩形 36"/>
            <p:cNvSpPr/>
            <p:nvPr>
              <p:custDataLst>
                <p:tags r:id="rId19"/>
              </p:custDataLst>
            </p:nvPr>
          </p:nvSpPr>
          <p:spPr>
            <a:xfrm>
              <a:off x="909" y="4359"/>
              <a:ext cx="11321" cy="1627"/>
            </a:xfrm>
            <a:prstGeom prst="rect">
              <a:avLst/>
            </a:prstGeom>
            <a:ln w="12700" cap="flat" cmpd="sng" algn="ctr">
              <a:solidFill>
                <a:schemeClr val="tx1"/>
              </a:solidFill>
              <a:prstDash val="dash"/>
              <a:miter lim="800000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 sz="1810"/>
            </a:p>
          </p:txBody>
        </p:sp>
        <p:sp>
          <p:nvSpPr>
            <p:cNvPr id="38" name="文本框 37"/>
            <p:cNvSpPr txBox="1"/>
            <p:nvPr>
              <p:custDataLst>
                <p:tags r:id="rId20"/>
              </p:custDataLst>
            </p:nvPr>
          </p:nvSpPr>
          <p:spPr>
            <a:xfrm>
              <a:off x="5307" y="5476"/>
              <a:ext cx="4270" cy="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可编程着色器部分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39" name="矩形 38"/>
            <p:cNvSpPr/>
            <p:nvPr>
              <p:custDataLst>
                <p:tags r:id="rId21"/>
              </p:custDataLst>
            </p:nvPr>
          </p:nvSpPr>
          <p:spPr>
            <a:xfrm>
              <a:off x="12444" y="4359"/>
              <a:ext cx="6057" cy="1627"/>
            </a:xfrm>
            <a:prstGeom prst="rect">
              <a:avLst/>
            </a:prstGeom>
            <a:ln w="12700" cap="flat" cmpd="sng" algn="ctr">
              <a:solidFill>
                <a:schemeClr val="tx1"/>
              </a:solidFill>
              <a:prstDash val="dash"/>
              <a:miter lim="800000"/>
            </a:ln>
          </p:spPr>
          <p:style>
            <a:lnRef idx="0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  <p:txBody>
            <a:bodyPr rtlCol="0" anchor="ctr"/>
            <a:p>
              <a:pPr algn="ctr"/>
              <a:endParaRPr lang="zh-CN" altLang="en-US" sz="1810"/>
            </a:p>
          </p:txBody>
        </p:sp>
        <p:sp>
          <p:nvSpPr>
            <p:cNvPr id="40" name="文本框 39"/>
            <p:cNvSpPr txBox="1"/>
            <p:nvPr>
              <p:custDataLst>
                <p:tags r:id="rId22"/>
              </p:custDataLst>
            </p:nvPr>
          </p:nvSpPr>
          <p:spPr>
            <a:xfrm>
              <a:off x="14259" y="5476"/>
              <a:ext cx="4270" cy="5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zh-CN" altLang="en-US" sz="1810" b="1">
                  <a:solidFill>
                    <a:schemeClr val="tx1"/>
                  </a:solidFill>
                  <a:latin typeface="宋体" panose="02010600030101010101" pitchFamily="2" charset="-122"/>
                  <a:ea typeface="宋体" panose="02010600030101010101" pitchFamily="2" charset="-122"/>
                  <a:sym typeface="+mn-ea"/>
                </a:rPr>
                <a:t>不可编程着色器部分</a:t>
              </a:r>
              <a:endParaRPr lang="zh-CN" altLang="en-US" sz="1810" b="1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sym typeface="+mn-ea"/>
              </a:endParaRPr>
            </a:p>
          </p:txBody>
        </p:sp>
        <p:cxnSp>
          <p:nvCxnSpPr>
            <p:cNvPr id="41" name="直接箭头连接符 40"/>
            <p:cNvCxnSpPr/>
            <p:nvPr>
              <p:custDataLst>
                <p:tags r:id="rId23"/>
              </p:custDataLst>
            </p:nvPr>
          </p:nvCxnSpPr>
          <p:spPr>
            <a:xfrm flipV="1">
              <a:off x="5563" y="4877"/>
              <a:ext cx="438" cy="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45" name="直接箭头连接符 44"/>
            <p:cNvCxnSpPr/>
            <p:nvPr>
              <p:custDataLst>
                <p:tags r:id="rId24"/>
              </p:custDataLst>
            </p:nvPr>
          </p:nvCxnSpPr>
          <p:spPr>
            <a:xfrm flipV="1">
              <a:off x="7143" y="4877"/>
              <a:ext cx="438" cy="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none"/>
              <a:tailEnd type="triangle" w="med" len="med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2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3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4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5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6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7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8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9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0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1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2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3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4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5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6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7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8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19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20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21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22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23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ags/tag24.xml><?xml version="1.0" encoding="utf-8"?>
<p:tagLst xmlns:p="http://schemas.openxmlformats.org/presentationml/2006/main">
  <p:tag name="KSO_WM_DIAGRAM_VIRTUALLY_FRAME" val="{&quot;height&quot;:287.05,&quot;left&quot;:39.05,&quot;top&quot;:100.4,&quot;width&quot;:894.8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68</Words>
  <Application>WPS 演示</Application>
  <PresentationFormat>宽屏</PresentationFormat>
  <Paragraphs>22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9" baseType="lpstr">
      <vt:lpstr>Arial</vt:lpstr>
      <vt:lpstr>宋体</vt:lpstr>
      <vt:lpstr>Wingdings</vt:lpstr>
      <vt:lpstr>Times New Roman</vt:lpstr>
      <vt:lpstr>Calibri</vt:lpstr>
      <vt:lpstr>微软雅黑</vt:lpstr>
      <vt:lpstr>Arial Unicode MS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山长水远.</cp:lastModifiedBy>
  <cp:revision>7</cp:revision>
  <dcterms:created xsi:type="dcterms:W3CDTF">2023-08-09T12:44:00Z</dcterms:created>
  <dcterms:modified xsi:type="dcterms:W3CDTF">2026-02-04T13:07:56Z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2052-12.1.0.24657</vt:lpwstr>
  </property>
  <property fmtid="{D5CDD505-2E9C-101B-9397-08002B2CF9AE}" pid="3" name="ICV">
    <vt:lpwstr>ED8A2234D1F74B25AD205DB5C49E6767_12</vt:lpwstr>
  </property>
</Properties>
</file>