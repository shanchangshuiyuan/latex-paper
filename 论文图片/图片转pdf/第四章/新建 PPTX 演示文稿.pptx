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1159490" cy="431990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" userDrawn="1">
          <p15:clr>
            <a:srgbClr val="A4A3A4"/>
          </p15:clr>
        </p15:guide>
        <p15:guide id="2" pos="35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360"/>
        <p:guide pos="35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95000" y="707000"/>
            <a:ext cx="8370000" cy="1504000"/>
          </a:xfrm>
        </p:spPr>
        <p:txBody>
          <a:bodyPr anchor="b"/>
          <a:lstStyle>
            <a:lvl1pPr algn="ctr">
              <a:defRPr sz="378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95000" y="2269000"/>
            <a:ext cx="8370000" cy="1043000"/>
          </a:xfrm>
        </p:spPr>
        <p:txBody>
          <a:bodyPr/>
          <a:lstStyle>
            <a:lvl1pPr marL="0" indent="0" algn="ctr">
              <a:buNone/>
              <a:defRPr sz="1510"/>
            </a:lvl1pPr>
            <a:lvl2pPr marL="288290" indent="0" algn="ctr">
              <a:buNone/>
              <a:defRPr sz="1260"/>
            </a:lvl2pPr>
            <a:lvl3pPr marL="575945" indent="0" algn="ctr">
              <a:buNone/>
              <a:defRPr sz="1135"/>
            </a:lvl3pPr>
            <a:lvl4pPr marL="864235" indent="0" algn="ctr">
              <a:buNone/>
              <a:defRPr sz="1010"/>
            </a:lvl4pPr>
            <a:lvl5pPr marL="1151890" indent="0" algn="ctr">
              <a:buNone/>
              <a:defRPr sz="1010"/>
            </a:lvl5pPr>
            <a:lvl6pPr marL="1440180" indent="0" algn="ctr">
              <a:buNone/>
              <a:defRPr sz="1010"/>
            </a:lvl6pPr>
            <a:lvl7pPr marL="1727835" indent="0" algn="ctr">
              <a:buNone/>
              <a:defRPr sz="1010"/>
            </a:lvl7pPr>
            <a:lvl8pPr marL="2016125" indent="0" algn="ctr">
              <a:buNone/>
              <a:defRPr sz="1010"/>
            </a:lvl8pPr>
            <a:lvl9pPr marL="2303780" indent="0" algn="ctr">
              <a:buNone/>
              <a:defRPr sz="101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1437" y="1077000"/>
            <a:ext cx="9625500" cy="1797000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1437" y="2891000"/>
            <a:ext cx="9625500" cy="945000"/>
          </a:xfrm>
        </p:spPr>
        <p:txBody>
          <a:bodyPr/>
          <a:lstStyle>
            <a:lvl1pPr marL="0" indent="0">
              <a:buNone/>
              <a:defRPr sz="1510">
                <a:solidFill>
                  <a:schemeClr val="tx1">
                    <a:tint val="75000"/>
                  </a:schemeClr>
                </a:solidFill>
              </a:defRPr>
            </a:lvl1pPr>
            <a:lvl2pPr marL="2882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2pPr>
            <a:lvl3pPr marL="575945" indent="0">
              <a:buNone/>
              <a:defRPr sz="1135">
                <a:solidFill>
                  <a:schemeClr val="tx1">
                    <a:tint val="75000"/>
                  </a:schemeClr>
                </a:solidFill>
              </a:defRPr>
            </a:lvl3pPr>
            <a:lvl4pPr marL="864235" indent="0">
              <a:buNone/>
              <a:defRPr sz="1010">
                <a:solidFill>
                  <a:schemeClr val="tx1">
                    <a:tint val="75000"/>
                  </a:schemeClr>
                </a:solidFill>
              </a:defRPr>
            </a:lvl4pPr>
            <a:lvl5pPr marL="1151890" indent="0">
              <a:buNone/>
              <a:defRPr sz="1010">
                <a:solidFill>
                  <a:schemeClr val="tx1">
                    <a:tint val="75000"/>
                  </a:schemeClr>
                </a:solidFill>
              </a:defRPr>
            </a:lvl5pPr>
            <a:lvl6pPr marL="1440180" indent="0">
              <a:buNone/>
              <a:defRPr sz="1010">
                <a:solidFill>
                  <a:schemeClr val="tx1">
                    <a:tint val="75000"/>
                  </a:schemeClr>
                </a:solidFill>
              </a:defRPr>
            </a:lvl6pPr>
            <a:lvl7pPr marL="1727835" indent="0">
              <a:buNone/>
              <a:defRPr sz="1010">
                <a:solidFill>
                  <a:schemeClr val="tx1">
                    <a:tint val="75000"/>
                  </a:schemeClr>
                </a:solidFill>
              </a:defRPr>
            </a:lvl7pPr>
            <a:lvl8pPr marL="2016125" indent="0">
              <a:buNone/>
              <a:defRPr sz="1010">
                <a:solidFill>
                  <a:schemeClr val="tx1">
                    <a:tint val="75000"/>
                  </a:schemeClr>
                </a:solidFill>
              </a:defRPr>
            </a:lvl8pPr>
            <a:lvl9pPr marL="2303780" indent="0">
              <a:buNone/>
              <a:defRPr sz="101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7250" y="1150000"/>
            <a:ext cx="4743000" cy="274100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649750" y="1150000"/>
            <a:ext cx="4743000" cy="274100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8704" y="230000"/>
            <a:ext cx="9625500" cy="835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8704" y="1059000"/>
            <a:ext cx="4721203" cy="519000"/>
          </a:xfrm>
        </p:spPr>
        <p:txBody>
          <a:bodyPr anchor="b"/>
          <a:lstStyle>
            <a:lvl1pPr marL="0" indent="0">
              <a:buNone/>
              <a:defRPr sz="1510" b="1"/>
            </a:lvl1pPr>
            <a:lvl2pPr marL="288290" indent="0">
              <a:buNone/>
              <a:defRPr sz="1260" b="1"/>
            </a:lvl2pPr>
            <a:lvl3pPr marL="575945" indent="0">
              <a:buNone/>
              <a:defRPr sz="1135" b="1"/>
            </a:lvl3pPr>
            <a:lvl4pPr marL="864235" indent="0">
              <a:buNone/>
              <a:defRPr sz="1010" b="1"/>
            </a:lvl4pPr>
            <a:lvl5pPr marL="1151890" indent="0">
              <a:buNone/>
              <a:defRPr sz="1010" b="1"/>
            </a:lvl5pPr>
            <a:lvl6pPr marL="1440180" indent="0">
              <a:buNone/>
              <a:defRPr sz="1010" b="1"/>
            </a:lvl6pPr>
            <a:lvl7pPr marL="1727835" indent="0">
              <a:buNone/>
              <a:defRPr sz="1010" b="1"/>
            </a:lvl7pPr>
            <a:lvl8pPr marL="2016125" indent="0">
              <a:buNone/>
              <a:defRPr sz="1010" b="1"/>
            </a:lvl8pPr>
            <a:lvl9pPr marL="2303780" indent="0">
              <a:buNone/>
              <a:defRPr sz="101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68704" y="1578000"/>
            <a:ext cx="4721203" cy="232100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649750" y="1059000"/>
            <a:ext cx="4744453" cy="519000"/>
          </a:xfrm>
        </p:spPr>
        <p:txBody>
          <a:bodyPr anchor="b"/>
          <a:lstStyle>
            <a:lvl1pPr marL="0" indent="0">
              <a:buNone/>
              <a:defRPr sz="1510" b="1"/>
            </a:lvl1pPr>
            <a:lvl2pPr marL="288290" indent="0">
              <a:buNone/>
              <a:defRPr sz="1260" b="1"/>
            </a:lvl2pPr>
            <a:lvl3pPr marL="575945" indent="0">
              <a:buNone/>
              <a:defRPr sz="1135" b="1"/>
            </a:lvl3pPr>
            <a:lvl4pPr marL="864235" indent="0">
              <a:buNone/>
              <a:defRPr sz="1010" b="1"/>
            </a:lvl4pPr>
            <a:lvl5pPr marL="1151890" indent="0">
              <a:buNone/>
              <a:defRPr sz="1010" b="1"/>
            </a:lvl5pPr>
            <a:lvl6pPr marL="1440180" indent="0">
              <a:buNone/>
              <a:defRPr sz="1010" b="1"/>
            </a:lvl6pPr>
            <a:lvl7pPr marL="1727835" indent="0">
              <a:buNone/>
              <a:defRPr sz="1010" b="1"/>
            </a:lvl7pPr>
            <a:lvl8pPr marL="2016125" indent="0">
              <a:buNone/>
              <a:defRPr sz="1010" b="1"/>
            </a:lvl8pPr>
            <a:lvl9pPr marL="2303780" indent="0">
              <a:buNone/>
              <a:defRPr sz="101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649750" y="1578000"/>
            <a:ext cx="4744453" cy="232100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8704" y="288000"/>
            <a:ext cx="3599390" cy="1008000"/>
          </a:xfrm>
        </p:spPr>
        <p:txBody>
          <a:bodyPr anchor="b"/>
          <a:lstStyle>
            <a:lvl1pPr>
              <a:defRPr sz="201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44453" y="622000"/>
            <a:ext cx="5649750" cy="3070000"/>
          </a:xfrm>
        </p:spPr>
        <p:txBody>
          <a:bodyPr/>
          <a:lstStyle>
            <a:lvl1pPr>
              <a:defRPr sz="2015"/>
            </a:lvl1pPr>
            <a:lvl2pPr>
              <a:defRPr sz="1765"/>
            </a:lvl2pPr>
            <a:lvl3pPr>
              <a:defRPr sz="1510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8704" y="1296000"/>
            <a:ext cx="3599390" cy="2401000"/>
          </a:xfrm>
        </p:spPr>
        <p:txBody>
          <a:bodyPr/>
          <a:lstStyle>
            <a:lvl1pPr marL="0" indent="0">
              <a:buNone/>
              <a:defRPr sz="1010"/>
            </a:lvl1pPr>
            <a:lvl2pPr marL="288290" indent="0">
              <a:buNone/>
              <a:defRPr sz="880"/>
            </a:lvl2pPr>
            <a:lvl3pPr marL="575945" indent="0">
              <a:buNone/>
              <a:defRPr sz="755"/>
            </a:lvl3pPr>
            <a:lvl4pPr marL="864235" indent="0">
              <a:buNone/>
              <a:defRPr sz="630"/>
            </a:lvl4pPr>
            <a:lvl5pPr marL="1151890" indent="0">
              <a:buNone/>
              <a:defRPr sz="630"/>
            </a:lvl5pPr>
            <a:lvl6pPr marL="1440180" indent="0">
              <a:buNone/>
              <a:defRPr sz="630"/>
            </a:lvl6pPr>
            <a:lvl7pPr marL="1727835" indent="0">
              <a:buNone/>
              <a:defRPr sz="630"/>
            </a:lvl7pPr>
            <a:lvl8pPr marL="2016125" indent="0">
              <a:buNone/>
              <a:defRPr sz="630"/>
            </a:lvl8pPr>
            <a:lvl9pPr marL="2303780" indent="0">
              <a:buNone/>
              <a:defRPr sz="63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8704" y="288000"/>
            <a:ext cx="3599390" cy="1008000"/>
          </a:xfrm>
        </p:spPr>
        <p:txBody>
          <a:bodyPr anchor="b"/>
          <a:lstStyle>
            <a:lvl1pPr>
              <a:defRPr sz="201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744453" y="622000"/>
            <a:ext cx="5649750" cy="3070000"/>
          </a:xfrm>
        </p:spPr>
        <p:txBody>
          <a:bodyPr/>
          <a:lstStyle>
            <a:lvl1pPr marL="0" indent="0">
              <a:buNone/>
              <a:defRPr sz="2015"/>
            </a:lvl1pPr>
            <a:lvl2pPr marL="288290" indent="0">
              <a:buNone/>
              <a:defRPr sz="1765"/>
            </a:lvl2pPr>
            <a:lvl3pPr marL="575945" indent="0">
              <a:buNone/>
              <a:defRPr sz="1510"/>
            </a:lvl3pPr>
            <a:lvl4pPr marL="864235" indent="0">
              <a:buNone/>
              <a:defRPr sz="1260"/>
            </a:lvl4pPr>
            <a:lvl5pPr marL="1151890" indent="0">
              <a:buNone/>
              <a:defRPr sz="1260"/>
            </a:lvl5pPr>
            <a:lvl6pPr marL="1440180" indent="0">
              <a:buNone/>
              <a:defRPr sz="1260"/>
            </a:lvl6pPr>
            <a:lvl7pPr marL="1727835" indent="0">
              <a:buNone/>
              <a:defRPr sz="1260"/>
            </a:lvl7pPr>
            <a:lvl8pPr marL="2016125" indent="0">
              <a:buNone/>
              <a:defRPr sz="1260"/>
            </a:lvl8pPr>
            <a:lvl9pPr marL="2303780" indent="0">
              <a:buNone/>
              <a:defRPr sz="126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8704" y="1296000"/>
            <a:ext cx="3599390" cy="2401000"/>
          </a:xfrm>
        </p:spPr>
        <p:txBody>
          <a:bodyPr/>
          <a:lstStyle>
            <a:lvl1pPr marL="0" indent="0">
              <a:buNone/>
              <a:defRPr sz="1010"/>
            </a:lvl1pPr>
            <a:lvl2pPr marL="288290" indent="0">
              <a:buNone/>
              <a:defRPr sz="880"/>
            </a:lvl2pPr>
            <a:lvl3pPr marL="575945" indent="0">
              <a:buNone/>
              <a:defRPr sz="755"/>
            </a:lvl3pPr>
            <a:lvl4pPr marL="864235" indent="0">
              <a:buNone/>
              <a:defRPr sz="630"/>
            </a:lvl4pPr>
            <a:lvl5pPr marL="1151890" indent="0">
              <a:buNone/>
              <a:defRPr sz="630"/>
            </a:lvl5pPr>
            <a:lvl6pPr marL="1440180" indent="0">
              <a:buNone/>
              <a:defRPr sz="630"/>
            </a:lvl6pPr>
            <a:lvl7pPr marL="1727835" indent="0">
              <a:buNone/>
              <a:defRPr sz="630"/>
            </a:lvl7pPr>
            <a:lvl8pPr marL="2016125" indent="0">
              <a:buNone/>
              <a:defRPr sz="630"/>
            </a:lvl8pPr>
            <a:lvl9pPr marL="2303780" indent="0">
              <a:buNone/>
              <a:defRPr sz="63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986375" y="230000"/>
            <a:ext cx="2406375" cy="3661000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67250" y="230000"/>
            <a:ext cx="7079625" cy="3661000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67250" y="230000"/>
            <a:ext cx="9625500" cy="83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7250" y="1150000"/>
            <a:ext cx="9625500" cy="274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67250" y="4004000"/>
            <a:ext cx="2511000" cy="23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96750" y="4004000"/>
            <a:ext cx="3766500" cy="23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81750" y="4004000"/>
            <a:ext cx="2511000" cy="23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75945" rtl="0" eaLnBrk="1" latinLnBrk="0" hangingPunct="1">
        <a:lnSpc>
          <a:spcPct val="90000"/>
        </a:lnSpc>
        <a:spcBef>
          <a:spcPct val="0"/>
        </a:spcBef>
        <a:buNone/>
        <a:defRPr sz="27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4145" indent="-144145" algn="l" defTabSz="575945" rtl="0" eaLnBrk="1" latinLnBrk="0" hangingPunct="1">
        <a:lnSpc>
          <a:spcPct val="90000"/>
        </a:lnSpc>
        <a:spcBef>
          <a:spcPct val="126000"/>
        </a:spcBef>
        <a:buFont typeface="Arial" panose="020B0604020202020204" pitchFamily="34" charset="0"/>
        <a:buChar char="•"/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indent="-144145" algn="l" defTabSz="575945" rtl="0" eaLnBrk="1" latinLnBrk="0" hangingPunct="1">
        <a:lnSpc>
          <a:spcPct val="90000"/>
        </a:lnSpc>
        <a:spcBef>
          <a:spcPct val="63000"/>
        </a:spcBef>
        <a:buFont typeface="Arial" panose="020B0604020202020204" pitchFamily="34" charset="0"/>
        <a:buChar char="•"/>
        <a:defRPr sz="1510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indent="-144145" algn="l" defTabSz="575945" rtl="0" eaLnBrk="1" latinLnBrk="0" hangingPunct="1">
        <a:lnSpc>
          <a:spcPct val="90000"/>
        </a:lnSpc>
        <a:spcBef>
          <a:spcPct val="6300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745" indent="-144145" algn="l" defTabSz="575945" rtl="0" eaLnBrk="1" latinLnBrk="0" hangingPunct="1">
        <a:lnSpc>
          <a:spcPct val="90000"/>
        </a:lnSpc>
        <a:spcBef>
          <a:spcPct val="63000"/>
        </a:spcBef>
        <a:buFont typeface="Arial" panose="020B0604020202020204" pitchFamily="34" charset="0"/>
        <a:buChar char="•"/>
        <a:defRPr sz="1135" kern="1200">
          <a:solidFill>
            <a:schemeClr val="tx1"/>
          </a:solidFill>
          <a:latin typeface="+mn-lt"/>
          <a:ea typeface="+mn-ea"/>
          <a:cs typeface="+mn-cs"/>
        </a:defRPr>
      </a:lvl4pPr>
      <a:lvl5pPr marL="1296035" indent="-144145" algn="l" defTabSz="575945" rtl="0" eaLnBrk="1" latinLnBrk="0" hangingPunct="1">
        <a:lnSpc>
          <a:spcPct val="90000"/>
        </a:lnSpc>
        <a:spcBef>
          <a:spcPct val="63000"/>
        </a:spcBef>
        <a:buFont typeface="Arial" panose="020B0604020202020204" pitchFamily="34" charset="0"/>
        <a:buChar char="•"/>
        <a:defRPr sz="1135" kern="1200">
          <a:solidFill>
            <a:schemeClr val="tx1"/>
          </a:solidFill>
          <a:latin typeface="+mn-lt"/>
          <a:ea typeface="+mn-ea"/>
          <a:cs typeface="+mn-cs"/>
        </a:defRPr>
      </a:lvl5pPr>
      <a:lvl6pPr marL="1583690" indent="-144145" algn="l" defTabSz="575945" rtl="0" eaLnBrk="1" latinLnBrk="0" hangingPunct="1">
        <a:lnSpc>
          <a:spcPct val="90000"/>
        </a:lnSpc>
        <a:spcBef>
          <a:spcPct val="63000"/>
        </a:spcBef>
        <a:buFont typeface="Arial" panose="020B0604020202020204" pitchFamily="34" charset="0"/>
        <a:buChar char="•"/>
        <a:defRPr sz="1135" kern="1200">
          <a:solidFill>
            <a:schemeClr val="tx1"/>
          </a:solidFill>
          <a:latin typeface="+mn-lt"/>
          <a:ea typeface="+mn-ea"/>
          <a:cs typeface="+mn-cs"/>
        </a:defRPr>
      </a:lvl6pPr>
      <a:lvl7pPr marL="1871980" indent="-144145" algn="l" defTabSz="575945" rtl="0" eaLnBrk="1" latinLnBrk="0" hangingPunct="1">
        <a:lnSpc>
          <a:spcPct val="90000"/>
        </a:lnSpc>
        <a:spcBef>
          <a:spcPct val="63000"/>
        </a:spcBef>
        <a:buFont typeface="Arial" panose="020B0604020202020204" pitchFamily="34" charset="0"/>
        <a:buChar char="•"/>
        <a:defRPr sz="113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indent="-144145" algn="l" defTabSz="575945" rtl="0" eaLnBrk="1" latinLnBrk="0" hangingPunct="1">
        <a:lnSpc>
          <a:spcPct val="90000"/>
        </a:lnSpc>
        <a:spcBef>
          <a:spcPct val="63000"/>
        </a:spcBef>
        <a:buFont typeface="Arial" panose="020B0604020202020204" pitchFamily="34" charset="0"/>
        <a:buChar char="•"/>
        <a:defRPr sz="1135" kern="1200">
          <a:solidFill>
            <a:schemeClr val="tx1"/>
          </a:solidFill>
          <a:latin typeface="+mn-lt"/>
          <a:ea typeface="+mn-ea"/>
          <a:cs typeface="+mn-cs"/>
        </a:defRPr>
      </a:lvl8pPr>
      <a:lvl9pPr marL="2447925" indent="-144145" algn="l" defTabSz="575945" rtl="0" eaLnBrk="1" latinLnBrk="0" hangingPunct="1">
        <a:lnSpc>
          <a:spcPct val="90000"/>
        </a:lnSpc>
        <a:spcBef>
          <a:spcPct val="63000"/>
        </a:spcBef>
        <a:buFont typeface="Arial" panose="020B0604020202020204" pitchFamily="34" charset="0"/>
        <a:buChar char="•"/>
        <a:defRPr sz="11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1pPr>
      <a:lvl2pPr marL="28829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2pPr>
      <a:lvl3pPr marL="57594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3pPr>
      <a:lvl4pPr marL="86423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4pPr>
      <a:lvl5pPr marL="115189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5pPr>
      <a:lvl6pPr marL="144018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6pPr>
      <a:lvl7pPr marL="172783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7pPr>
      <a:lvl8pPr marL="201612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8pPr>
      <a:lvl9pPr marL="230378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50" name="组合 49"/>
          <p:cNvGrpSpPr/>
          <p:nvPr/>
        </p:nvGrpSpPr>
        <p:grpSpPr>
          <a:xfrm>
            <a:off x="64390" y="118475"/>
            <a:ext cx="11042650" cy="4154170"/>
            <a:chOff x="298" y="2269"/>
            <a:chExt cx="17390" cy="6542"/>
          </a:xfrm>
        </p:grpSpPr>
        <p:sp>
          <p:nvSpPr>
            <p:cNvPr id="16" name="矩形 15"/>
            <p:cNvSpPr/>
            <p:nvPr/>
          </p:nvSpPr>
          <p:spPr>
            <a:xfrm>
              <a:off x="298" y="3154"/>
              <a:ext cx="3694" cy="5657"/>
            </a:xfrm>
            <a:prstGeom prst="rect">
              <a:avLst/>
            </a:prstGeom>
            <a:solidFill>
              <a:srgbClr val="E6F1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298" y="2269"/>
              <a:ext cx="3695" cy="885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输入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4" name="圆角矩形 3"/>
            <p:cNvSpPr/>
            <p:nvPr/>
          </p:nvSpPr>
          <p:spPr>
            <a:xfrm>
              <a:off x="568" y="3467"/>
              <a:ext cx="3066" cy="721"/>
            </a:xfrm>
            <a:prstGeom prst="roundRect">
              <a:avLst>
                <a:gd name="adj" fmla="val 5430"/>
              </a:avLst>
            </a:prstGeom>
            <a:solidFill>
              <a:srgbClr val="C5DEB6"/>
            </a:solidFill>
            <a:ln>
              <a:noFill/>
            </a:ln>
          </p:spPr>
          <p:style>
            <a:lnRef idx="0">
              <a:srgbClr val="FFFFFF"/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动画网格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3" name="圆角矩形 22"/>
            <p:cNvSpPr/>
            <p:nvPr/>
          </p:nvSpPr>
          <p:spPr>
            <a:xfrm>
              <a:off x="569" y="4512"/>
              <a:ext cx="3064" cy="721"/>
            </a:xfrm>
            <a:prstGeom prst="roundRect">
              <a:avLst>
                <a:gd name="adj" fmla="val 5430"/>
              </a:avLst>
            </a:prstGeom>
            <a:solidFill>
              <a:srgbClr val="C5DEB6"/>
            </a:solidFill>
            <a:ln>
              <a:noFill/>
            </a:ln>
          </p:spPr>
          <p:style>
            <a:lnRef idx="0">
              <a:srgbClr val="FFFFFF"/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实时注视点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4" name="圆角矩形 23"/>
            <p:cNvSpPr/>
            <p:nvPr/>
          </p:nvSpPr>
          <p:spPr>
            <a:xfrm>
              <a:off x="568" y="6548"/>
              <a:ext cx="3064" cy="721"/>
            </a:xfrm>
            <a:prstGeom prst="roundRect">
              <a:avLst>
                <a:gd name="adj" fmla="val 5430"/>
              </a:avLst>
            </a:prstGeom>
            <a:solidFill>
              <a:srgbClr val="C5DEB6"/>
            </a:solidFill>
            <a:ln>
              <a:noFill/>
            </a:ln>
          </p:spPr>
          <p:style>
            <a:lnRef idx="0">
              <a:srgbClr val="FFFFFF"/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cas</a:t>
              </a:r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tleCSF-TS模型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5" name="圆角矩形 24"/>
            <p:cNvSpPr/>
            <p:nvPr/>
          </p:nvSpPr>
          <p:spPr>
            <a:xfrm>
              <a:off x="570" y="5640"/>
              <a:ext cx="3064" cy="721"/>
            </a:xfrm>
            <a:prstGeom prst="roundRect">
              <a:avLst>
                <a:gd name="adj" fmla="val 5430"/>
              </a:avLst>
            </a:prstGeom>
            <a:solidFill>
              <a:srgbClr val="C5DEB6"/>
            </a:solidFill>
            <a:ln>
              <a:noFill/>
            </a:ln>
          </p:spPr>
          <p:style>
            <a:lnRef idx="0">
              <a:srgbClr val="FFFFFF"/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algn="ctr"/>
              <a:r>
                <a:rPr lang="en-US" altLang="zh-CN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LOD</a:t>
              </a:r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层级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6" name="圆角矩形 25"/>
            <p:cNvSpPr/>
            <p:nvPr/>
          </p:nvSpPr>
          <p:spPr>
            <a:xfrm>
              <a:off x="570" y="7617"/>
              <a:ext cx="3064" cy="721"/>
            </a:xfrm>
            <a:prstGeom prst="roundRect">
              <a:avLst>
                <a:gd name="adj" fmla="val 5430"/>
              </a:avLst>
            </a:prstGeom>
            <a:solidFill>
              <a:srgbClr val="C5DEB6"/>
            </a:solidFill>
            <a:ln>
              <a:noFill/>
            </a:ln>
          </p:spPr>
          <p:style>
            <a:lnRef idx="0">
              <a:srgbClr val="FFFFFF"/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偏心度阈值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4827" y="2269"/>
              <a:ext cx="1180" cy="6541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基础</a:t>
              </a:r>
              <a:r>
                <a:rPr lang="en-US" altLang="zh-CN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LOD</a:t>
              </a: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层级</a:t>
              </a:r>
              <a:endParaRPr lang="en-US" altLang="zh-CN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选</a:t>
              </a: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择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6984" y="2269"/>
              <a:ext cx="1386" cy="6541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感知驱动细分因子计算</a:t>
              </a:r>
              <a:endParaRPr lang="zh-CN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30" name="矩形 29"/>
            <p:cNvSpPr/>
            <p:nvPr/>
          </p:nvSpPr>
          <p:spPr>
            <a:xfrm>
              <a:off x="9339" y="2269"/>
              <a:ext cx="1180" cy="6541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GPU</a:t>
              </a: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自适应镶嵌细分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33" name="矩形 32"/>
            <p:cNvSpPr/>
            <p:nvPr/>
          </p:nvSpPr>
          <p:spPr>
            <a:xfrm>
              <a:off x="11668" y="2270"/>
              <a:ext cx="1140" cy="6541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纹理与过渡处理</a:t>
              </a:r>
              <a:endParaRPr lang="zh-CN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3994" y="3155"/>
              <a:ext cx="3694" cy="5657"/>
            </a:xfrm>
            <a:prstGeom prst="rect">
              <a:avLst/>
            </a:prstGeom>
            <a:solidFill>
              <a:srgbClr val="E6F1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3994" y="2270"/>
              <a:ext cx="3695" cy="885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输出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41" name="右箭头 40"/>
            <p:cNvSpPr/>
            <p:nvPr/>
          </p:nvSpPr>
          <p:spPr>
            <a:xfrm>
              <a:off x="3992" y="5447"/>
              <a:ext cx="826" cy="289"/>
            </a:xfrm>
            <a:prstGeom prst="rightArrow">
              <a:avLst/>
            </a:prstGeom>
            <a:solidFill>
              <a:srgbClr val="C5DEB6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2" name="右箭头 41"/>
            <p:cNvSpPr/>
            <p:nvPr/>
          </p:nvSpPr>
          <p:spPr>
            <a:xfrm>
              <a:off x="6016" y="5447"/>
              <a:ext cx="949" cy="289"/>
            </a:xfrm>
            <a:prstGeom prst="rightArrow">
              <a:avLst/>
            </a:prstGeom>
            <a:solidFill>
              <a:srgbClr val="C5DEB6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3" name="右箭头 42"/>
            <p:cNvSpPr/>
            <p:nvPr/>
          </p:nvSpPr>
          <p:spPr>
            <a:xfrm>
              <a:off x="8383" y="5447"/>
              <a:ext cx="949" cy="289"/>
            </a:xfrm>
            <a:prstGeom prst="rightArrow">
              <a:avLst/>
            </a:prstGeom>
            <a:solidFill>
              <a:srgbClr val="C5DEB6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4" name="右箭头 43"/>
            <p:cNvSpPr/>
            <p:nvPr/>
          </p:nvSpPr>
          <p:spPr>
            <a:xfrm>
              <a:off x="10481" y="5447"/>
              <a:ext cx="1154" cy="289"/>
            </a:xfrm>
            <a:prstGeom prst="rightArrow">
              <a:avLst/>
            </a:prstGeom>
            <a:solidFill>
              <a:srgbClr val="C5DEB6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5" name="右箭头 44"/>
            <p:cNvSpPr/>
            <p:nvPr/>
          </p:nvSpPr>
          <p:spPr>
            <a:xfrm>
              <a:off x="12828" y="5447"/>
              <a:ext cx="1154" cy="289"/>
            </a:xfrm>
            <a:prstGeom prst="rightArrow">
              <a:avLst/>
            </a:prstGeom>
            <a:solidFill>
              <a:srgbClr val="C5DEB6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46" name="图片 4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4197" y="3407"/>
              <a:ext cx="3290" cy="4068"/>
            </a:xfrm>
            <a:prstGeom prst="rect">
              <a:avLst/>
            </a:prstGeom>
          </p:spPr>
        </p:pic>
        <p:sp>
          <p:nvSpPr>
            <p:cNvPr id="49" name="文本框 48"/>
            <p:cNvSpPr txBox="1"/>
            <p:nvPr/>
          </p:nvSpPr>
          <p:spPr>
            <a:xfrm>
              <a:off x="14131" y="7617"/>
              <a:ext cx="3382" cy="96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注视点区域细分程度较高，外围区域细分程度较低</a:t>
              </a:r>
              <a:endParaRPr lang="zh-CN" altLang="en-US" sz="15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</Words>
  <Application>WPS 演示</Application>
  <PresentationFormat>宽屏</PresentationFormat>
  <Paragraphs>25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 Unicode MS</vt:lpstr>
      <vt:lpstr>Calibri</vt:lpstr>
      <vt:lpstr>微软雅黑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5</cp:revision>
  <dcterms:created xsi:type="dcterms:W3CDTF">2023-08-09T12:44:00Z</dcterms:created>
  <dcterms:modified xsi:type="dcterms:W3CDTF">2026-02-04T17:05:42Z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0A4AE44DEFC142ED9CA083CEBA3DCAF0_12</vt:lpwstr>
  </property>
</Properties>
</file>