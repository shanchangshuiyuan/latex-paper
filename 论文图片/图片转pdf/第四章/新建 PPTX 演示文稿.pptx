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1159490" cy="431990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" userDrawn="1">
          <p15:clr>
            <a:srgbClr val="A4A3A4"/>
          </p15:clr>
        </p15:guide>
        <p15:guide id="2" pos="35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360"/>
        <p:guide pos="35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95000" y="707000"/>
            <a:ext cx="8370000" cy="1504000"/>
          </a:xfrm>
        </p:spPr>
        <p:txBody>
          <a:bodyPr anchor="b"/>
          <a:lstStyle>
            <a:lvl1pPr algn="ctr">
              <a:defRPr sz="37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95000" y="2269000"/>
            <a:ext cx="8370000" cy="1043000"/>
          </a:xfrm>
        </p:spPr>
        <p:txBody>
          <a:bodyPr/>
          <a:lstStyle>
            <a:lvl1pPr marL="0" indent="0" algn="ctr">
              <a:buNone/>
              <a:defRPr sz="1510"/>
            </a:lvl1pPr>
            <a:lvl2pPr marL="288290" indent="0" algn="ctr">
              <a:buNone/>
              <a:defRPr sz="1260"/>
            </a:lvl2pPr>
            <a:lvl3pPr marL="575945" indent="0" algn="ctr">
              <a:buNone/>
              <a:defRPr sz="1135"/>
            </a:lvl3pPr>
            <a:lvl4pPr marL="864235" indent="0" algn="ctr">
              <a:buNone/>
              <a:defRPr sz="1010"/>
            </a:lvl4pPr>
            <a:lvl5pPr marL="1151890" indent="0" algn="ctr">
              <a:buNone/>
              <a:defRPr sz="1010"/>
            </a:lvl5pPr>
            <a:lvl6pPr marL="1440180" indent="0" algn="ctr">
              <a:buNone/>
              <a:defRPr sz="1010"/>
            </a:lvl6pPr>
            <a:lvl7pPr marL="1727835" indent="0" algn="ctr">
              <a:buNone/>
              <a:defRPr sz="1010"/>
            </a:lvl7pPr>
            <a:lvl8pPr marL="2016125" indent="0" algn="ctr">
              <a:buNone/>
              <a:defRPr sz="1010"/>
            </a:lvl8pPr>
            <a:lvl9pPr marL="2303780" indent="0" algn="ctr">
              <a:buNone/>
              <a:defRPr sz="101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1437" y="1077000"/>
            <a:ext cx="9625500" cy="179700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1437" y="2891000"/>
            <a:ext cx="9625500" cy="945000"/>
          </a:xfrm>
        </p:spPr>
        <p:txBody>
          <a:bodyPr/>
          <a:lstStyle>
            <a:lvl1pPr marL="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1pPr>
            <a:lvl2pPr marL="2882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45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3pPr>
            <a:lvl4pPr marL="864235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4pPr>
            <a:lvl5pPr marL="1151890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5pPr>
            <a:lvl6pPr marL="1440180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6pPr>
            <a:lvl7pPr marL="1727835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7pPr>
            <a:lvl8pPr marL="2016125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8pPr>
            <a:lvl9pPr marL="2303780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7250" y="1150000"/>
            <a:ext cx="4743000" cy="2741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49750" y="1150000"/>
            <a:ext cx="4743000" cy="2741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704" y="230000"/>
            <a:ext cx="9625500" cy="83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8704" y="1059000"/>
            <a:ext cx="4721203" cy="519000"/>
          </a:xfrm>
        </p:spPr>
        <p:txBody>
          <a:bodyPr anchor="b"/>
          <a:lstStyle>
            <a:lvl1pPr marL="0" indent="0">
              <a:buNone/>
              <a:defRPr sz="1510" b="1"/>
            </a:lvl1pPr>
            <a:lvl2pPr marL="288290" indent="0">
              <a:buNone/>
              <a:defRPr sz="1260" b="1"/>
            </a:lvl2pPr>
            <a:lvl3pPr marL="575945" indent="0">
              <a:buNone/>
              <a:defRPr sz="1135" b="1"/>
            </a:lvl3pPr>
            <a:lvl4pPr marL="864235" indent="0">
              <a:buNone/>
              <a:defRPr sz="1010" b="1"/>
            </a:lvl4pPr>
            <a:lvl5pPr marL="1151890" indent="0">
              <a:buNone/>
              <a:defRPr sz="1010" b="1"/>
            </a:lvl5pPr>
            <a:lvl6pPr marL="1440180" indent="0">
              <a:buNone/>
              <a:defRPr sz="1010" b="1"/>
            </a:lvl6pPr>
            <a:lvl7pPr marL="1727835" indent="0">
              <a:buNone/>
              <a:defRPr sz="1010" b="1"/>
            </a:lvl7pPr>
            <a:lvl8pPr marL="2016125" indent="0">
              <a:buNone/>
              <a:defRPr sz="1010" b="1"/>
            </a:lvl8pPr>
            <a:lvl9pPr marL="2303780" indent="0">
              <a:buNone/>
              <a:defRPr sz="10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8704" y="1578000"/>
            <a:ext cx="4721203" cy="2321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49750" y="1059000"/>
            <a:ext cx="4744453" cy="519000"/>
          </a:xfrm>
        </p:spPr>
        <p:txBody>
          <a:bodyPr anchor="b"/>
          <a:lstStyle>
            <a:lvl1pPr marL="0" indent="0">
              <a:buNone/>
              <a:defRPr sz="1510" b="1"/>
            </a:lvl1pPr>
            <a:lvl2pPr marL="288290" indent="0">
              <a:buNone/>
              <a:defRPr sz="1260" b="1"/>
            </a:lvl2pPr>
            <a:lvl3pPr marL="575945" indent="0">
              <a:buNone/>
              <a:defRPr sz="1135" b="1"/>
            </a:lvl3pPr>
            <a:lvl4pPr marL="864235" indent="0">
              <a:buNone/>
              <a:defRPr sz="1010" b="1"/>
            </a:lvl4pPr>
            <a:lvl5pPr marL="1151890" indent="0">
              <a:buNone/>
              <a:defRPr sz="1010" b="1"/>
            </a:lvl5pPr>
            <a:lvl6pPr marL="1440180" indent="0">
              <a:buNone/>
              <a:defRPr sz="1010" b="1"/>
            </a:lvl6pPr>
            <a:lvl7pPr marL="1727835" indent="0">
              <a:buNone/>
              <a:defRPr sz="1010" b="1"/>
            </a:lvl7pPr>
            <a:lvl8pPr marL="2016125" indent="0">
              <a:buNone/>
              <a:defRPr sz="1010" b="1"/>
            </a:lvl8pPr>
            <a:lvl9pPr marL="2303780" indent="0">
              <a:buNone/>
              <a:defRPr sz="10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49750" y="1578000"/>
            <a:ext cx="4744453" cy="2321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704" y="288000"/>
            <a:ext cx="3599390" cy="1008000"/>
          </a:xfrm>
        </p:spPr>
        <p:txBody>
          <a:bodyPr anchor="b"/>
          <a:lstStyle>
            <a:lvl1pPr>
              <a:defRPr sz="20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44453" y="622000"/>
            <a:ext cx="5649750" cy="3070000"/>
          </a:xfrm>
        </p:spPr>
        <p:txBody>
          <a:bodyPr/>
          <a:lstStyle>
            <a:lvl1pPr>
              <a:defRPr sz="2015"/>
            </a:lvl1pPr>
            <a:lvl2pPr>
              <a:defRPr sz="1765"/>
            </a:lvl2pPr>
            <a:lvl3pPr>
              <a:defRPr sz="1510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8704" y="1296000"/>
            <a:ext cx="3599390" cy="2401000"/>
          </a:xfrm>
        </p:spPr>
        <p:txBody>
          <a:bodyPr/>
          <a:lstStyle>
            <a:lvl1pPr marL="0" indent="0">
              <a:buNone/>
              <a:defRPr sz="1010"/>
            </a:lvl1pPr>
            <a:lvl2pPr marL="288290" indent="0">
              <a:buNone/>
              <a:defRPr sz="880"/>
            </a:lvl2pPr>
            <a:lvl3pPr marL="575945" indent="0">
              <a:buNone/>
              <a:defRPr sz="755"/>
            </a:lvl3pPr>
            <a:lvl4pPr marL="864235" indent="0">
              <a:buNone/>
              <a:defRPr sz="630"/>
            </a:lvl4pPr>
            <a:lvl5pPr marL="1151890" indent="0">
              <a:buNone/>
              <a:defRPr sz="630"/>
            </a:lvl5pPr>
            <a:lvl6pPr marL="1440180" indent="0">
              <a:buNone/>
              <a:defRPr sz="630"/>
            </a:lvl6pPr>
            <a:lvl7pPr marL="1727835" indent="0">
              <a:buNone/>
              <a:defRPr sz="630"/>
            </a:lvl7pPr>
            <a:lvl8pPr marL="2016125" indent="0">
              <a:buNone/>
              <a:defRPr sz="630"/>
            </a:lvl8pPr>
            <a:lvl9pPr marL="2303780" indent="0">
              <a:buNone/>
              <a:defRPr sz="6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704" y="288000"/>
            <a:ext cx="3599390" cy="1008000"/>
          </a:xfrm>
        </p:spPr>
        <p:txBody>
          <a:bodyPr anchor="b"/>
          <a:lstStyle>
            <a:lvl1pPr>
              <a:defRPr sz="20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44453" y="622000"/>
            <a:ext cx="5649750" cy="3070000"/>
          </a:xfrm>
        </p:spPr>
        <p:txBody>
          <a:bodyPr/>
          <a:lstStyle>
            <a:lvl1pPr marL="0" indent="0">
              <a:buNone/>
              <a:defRPr sz="2015"/>
            </a:lvl1pPr>
            <a:lvl2pPr marL="288290" indent="0">
              <a:buNone/>
              <a:defRPr sz="1765"/>
            </a:lvl2pPr>
            <a:lvl3pPr marL="575945" indent="0">
              <a:buNone/>
              <a:defRPr sz="1510"/>
            </a:lvl3pPr>
            <a:lvl4pPr marL="864235" indent="0">
              <a:buNone/>
              <a:defRPr sz="1260"/>
            </a:lvl4pPr>
            <a:lvl5pPr marL="1151890" indent="0">
              <a:buNone/>
              <a:defRPr sz="1260"/>
            </a:lvl5pPr>
            <a:lvl6pPr marL="1440180" indent="0">
              <a:buNone/>
              <a:defRPr sz="1260"/>
            </a:lvl6pPr>
            <a:lvl7pPr marL="1727835" indent="0">
              <a:buNone/>
              <a:defRPr sz="1260"/>
            </a:lvl7pPr>
            <a:lvl8pPr marL="2016125" indent="0">
              <a:buNone/>
              <a:defRPr sz="1260"/>
            </a:lvl8pPr>
            <a:lvl9pPr marL="2303780" indent="0">
              <a:buNone/>
              <a:defRPr sz="126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8704" y="1296000"/>
            <a:ext cx="3599390" cy="2401000"/>
          </a:xfrm>
        </p:spPr>
        <p:txBody>
          <a:bodyPr/>
          <a:lstStyle>
            <a:lvl1pPr marL="0" indent="0">
              <a:buNone/>
              <a:defRPr sz="1010"/>
            </a:lvl1pPr>
            <a:lvl2pPr marL="288290" indent="0">
              <a:buNone/>
              <a:defRPr sz="880"/>
            </a:lvl2pPr>
            <a:lvl3pPr marL="575945" indent="0">
              <a:buNone/>
              <a:defRPr sz="755"/>
            </a:lvl3pPr>
            <a:lvl4pPr marL="864235" indent="0">
              <a:buNone/>
              <a:defRPr sz="630"/>
            </a:lvl4pPr>
            <a:lvl5pPr marL="1151890" indent="0">
              <a:buNone/>
              <a:defRPr sz="630"/>
            </a:lvl5pPr>
            <a:lvl6pPr marL="1440180" indent="0">
              <a:buNone/>
              <a:defRPr sz="630"/>
            </a:lvl6pPr>
            <a:lvl7pPr marL="1727835" indent="0">
              <a:buNone/>
              <a:defRPr sz="630"/>
            </a:lvl7pPr>
            <a:lvl8pPr marL="2016125" indent="0">
              <a:buNone/>
              <a:defRPr sz="630"/>
            </a:lvl8pPr>
            <a:lvl9pPr marL="2303780" indent="0">
              <a:buNone/>
              <a:defRPr sz="6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86375" y="230000"/>
            <a:ext cx="2406375" cy="3661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7250" y="230000"/>
            <a:ext cx="7079625" cy="3661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67250" y="230000"/>
            <a:ext cx="9625500" cy="83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7250" y="1150000"/>
            <a:ext cx="9625500" cy="274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7250" y="4004000"/>
            <a:ext cx="2511000" cy="2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6750" y="4004000"/>
            <a:ext cx="3766500" cy="2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81750" y="4004000"/>
            <a:ext cx="2511000" cy="2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75945" rtl="0" eaLnBrk="1" latinLnBrk="0" hangingPunct="1">
        <a:lnSpc>
          <a:spcPct val="90000"/>
        </a:lnSpc>
        <a:spcBef>
          <a:spcPct val="0"/>
        </a:spcBef>
        <a:buNone/>
        <a:defRPr sz="27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145" indent="-144145" algn="l" defTabSz="575945" rtl="0" eaLnBrk="1" latinLnBrk="0" hangingPunct="1">
        <a:lnSpc>
          <a:spcPct val="90000"/>
        </a:lnSpc>
        <a:spcBef>
          <a:spcPct val="12600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745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296035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58369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87198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447925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1pPr>
      <a:lvl2pPr marL="2882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7594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3pPr>
      <a:lvl4pPr marL="8642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1518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4401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7278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01612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3037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/>
        </p:nvSpPr>
        <p:spPr>
          <a:xfrm>
            <a:off x="64135" y="680720"/>
            <a:ext cx="2345690" cy="3592195"/>
          </a:xfrm>
          <a:prstGeom prst="rect">
            <a:avLst/>
          </a:prstGeom>
          <a:solidFill>
            <a:srgbClr val="E6F1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4135" y="118745"/>
            <a:ext cx="2346325" cy="56197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输入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35585" y="879475"/>
            <a:ext cx="1946910" cy="457835"/>
          </a:xfrm>
          <a:prstGeom prst="roundRect">
            <a:avLst>
              <a:gd name="adj" fmla="val 5430"/>
            </a:avLst>
          </a:prstGeom>
          <a:solidFill>
            <a:srgbClr val="C5DEB6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动画网格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236220" y="1543050"/>
            <a:ext cx="1945640" cy="457835"/>
          </a:xfrm>
          <a:prstGeom prst="roundRect">
            <a:avLst>
              <a:gd name="adj" fmla="val 5430"/>
            </a:avLst>
          </a:prstGeom>
          <a:solidFill>
            <a:srgbClr val="C5DEB6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实时注视点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235585" y="2835910"/>
            <a:ext cx="1945640" cy="457835"/>
          </a:xfrm>
          <a:prstGeom prst="roundRect">
            <a:avLst>
              <a:gd name="adj" fmla="val 5430"/>
            </a:avLst>
          </a:prstGeom>
          <a:solidFill>
            <a:srgbClr val="C5DEB6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castleCSF-TS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模型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236855" y="2259330"/>
            <a:ext cx="1945640" cy="457835"/>
          </a:xfrm>
          <a:prstGeom prst="roundRect">
            <a:avLst>
              <a:gd name="adj" fmla="val 5430"/>
            </a:avLst>
          </a:prstGeom>
          <a:solidFill>
            <a:srgbClr val="C5DEB6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LOD</a:t>
            </a:r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层级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36855" y="3514725"/>
            <a:ext cx="1945640" cy="457835"/>
          </a:xfrm>
          <a:prstGeom prst="roundRect">
            <a:avLst>
              <a:gd name="adj" fmla="val 5430"/>
            </a:avLst>
          </a:prstGeom>
          <a:solidFill>
            <a:srgbClr val="C5DEB6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偏心度阈值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940050" y="118745"/>
            <a:ext cx="749300" cy="415353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基础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LOD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层级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选择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309745" y="118745"/>
            <a:ext cx="880110" cy="415353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感知驱动细分因子计算</a:t>
            </a:r>
            <a:endParaRPr lang="zh-CN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805170" y="118745"/>
            <a:ext cx="749300" cy="415353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GPU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自适应镶嵌细分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284085" y="119380"/>
            <a:ext cx="723900" cy="415353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纹理与过渡处理</a:t>
            </a:r>
            <a:endParaRPr lang="zh-CN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761095" y="681355"/>
            <a:ext cx="2345690" cy="3592195"/>
          </a:xfrm>
          <a:prstGeom prst="rect">
            <a:avLst/>
          </a:prstGeom>
          <a:solidFill>
            <a:srgbClr val="E6F1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761095" y="119380"/>
            <a:ext cx="2346325" cy="56197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输出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1" name="右箭头 40"/>
          <p:cNvSpPr/>
          <p:nvPr/>
        </p:nvSpPr>
        <p:spPr>
          <a:xfrm>
            <a:off x="2409825" y="2136775"/>
            <a:ext cx="524510" cy="183515"/>
          </a:xfrm>
          <a:prstGeom prst="rightArrow">
            <a:avLst/>
          </a:prstGeom>
          <a:solidFill>
            <a:srgbClr val="C5DEB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>
            <a:off x="3695065" y="2136775"/>
            <a:ext cx="602615" cy="183515"/>
          </a:xfrm>
          <a:prstGeom prst="rightArrow">
            <a:avLst/>
          </a:prstGeom>
          <a:solidFill>
            <a:srgbClr val="C5DEB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右箭头 42"/>
          <p:cNvSpPr/>
          <p:nvPr/>
        </p:nvSpPr>
        <p:spPr>
          <a:xfrm>
            <a:off x="5198110" y="2136775"/>
            <a:ext cx="602615" cy="183515"/>
          </a:xfrm>
          <a:prstGeom prst="rightArrow">
            <a:avLst/>
          </a:prstGeom>
          <a:solidFill>
            <a:srgbClr val="C5DEB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右箭头 43"/>
          <p:cNvSpPr/>
          <p:nvPr/>
        </p:nvSpPr>
        <p:spPr>
          <a:xfrm>
            <a:off x="6530340" y="2136775"/>
            <a:ext cx="732790" cy="183515"/>
          </a:xfrm>
          <a:prstGeom prst="rightArrow">
            <a:avLst/>
          </a:prstGeom>
          <a:solidFill>
            <a:srgbClr val="C5DEB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右箭头 44"/>
          <p:cNvSpPr/>
          <p:nvPr/>
        </p:nvSpPr>
        <p:spPr>
          <a:xfrm>
            <a:off x="8020685" y="2136775"/>
            <a:ext cx="732790" cy="183515"/>
          </a:xfrm>
          <a:prstGeom prst="rightArrow">
            <a:avLst/>
          </a:prstGeom>
          <a:solidFill>
            <a:srgbClr val="C5DEB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00" y="841375"/>
            <a:ext cx="2089150" cy="2583180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8848090" y="3514725"/>
            <a:ext cx="2147570" cy="61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5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注视点区域细分程度较高，外围区域细分程度较低</a:t>
            </a:r>
            <a:endParaRPr lang="zh-CN" altLang="en-US" sz="15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WPS 演示</Application>
  <PresentationFormat>宽屏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6</cp:revision>
  <dcterms:created xsi:type="dcterms:W3CDTF">2023-08-09T12:44:00Z</dcterms:created>
  <dcterms:modified xsi:type="dcterms:W3CDTF">2026-03-07T12:24:07Z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0A4AE44DEFC142ED9CA083CEBA3DCAF0_12</vt:lpwstr>
  </property>
</Properties>
</file>