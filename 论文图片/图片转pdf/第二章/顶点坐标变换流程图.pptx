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1159490" cy="2159635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80" userDrawn="1">
          <p15:clr>
            <a:srgbClr val="A4A3A4"/>
          </p15:clr>
        </p15:guide>
        <p15:guide id="2" pos="351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680"/>
        <p:guide pos="351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395056" y="353560"/>
            <a:ext cx="8370338" cy="752127"/>
          </a:xfrm>
        </p:spPr>
        <p:txBody>
          <a:bodyPr anchor="b"/>
          <a:lstStyle>
            <a:lvl1pPr algn="ctr">
              <a:defRPr sz="189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95056" y="1134692"/>
            <a:ext cx="8370338" cy="521588"/>
          </a:xfrm>
        </p:spPr>
        <p:txBody>
          <a:bodyPr/>
          <a:lstStyle>
            <a:lvl1pPr marL="0" indent="0" algn="ctr">
              <a:buNone/>
              <a:defRPr sz="755"/>
            </a:lvl1pPr>
            <a:lvl2pPr marL="144145" indent="0" algn="ctr">
              <a:buNone/>
              <a:defRPr sz="630"/>
            </a:lvl2pPr>
            <a:lvl3pPr marL="288290" indent="0" algn="ctr">
              <a:buNone/>
              <a:defRPr sz="565"/>
            </a:lvl3pPr>
            <a:lvl4pPr marL="431800" indent="0" algn="ctr">
              <a:buNone/>
              <a:defRPr sz="505"/>
            </a:lvl4pPr>
            <a:lvl5pPr marL="575945" indent="0" algn="ctr">
              <a:buNone/>
              <a:defRPr sz="505"/>
            </a:lvl5pPr>
            <a:lvl6pPr marL="720090" indent="0" algn="ctr">
              <a:buNone/>
              <a:defRPr sz="505"/>
            </a:lvl6pPr>
            <a:lvl7pPr marL="864235" indent="0" algn="ctr">
              <a:buNone/>
              <a:defRPr sz="505"/>
            </a:lvl7pPr>
            <a:lvl8pPr marL="1007745" indent="0" algn="ctr">
              <a:buNone/>
              <a:defRPr sz="505"/>
            </a:lvl8pPr>
            <a:lvl9pPr marL="1151890" indent="0" algn="ctr">
              <a:buNone/>
              <a:defRPr sz="505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1468" y="538591"/>
            <a:ext cx="9625888" cy="898652"/>
          </a:xfrm>
        </p:spPr>
        <p:txBody>
          <a:bodyPr anchor="b"/>
          <a:lstStyle>
            <a:lvl1pPr>
              <a:defRPr sz="189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61468" y="1445744"/>
            <a:ext cx="9625888" cy="472580"/>
          </a:xfrm>
        </p:spPr>
        <p:txBody>
          <a:bodyPr/>
          <a:lstStyle>
            <a:lvl1pPr marL="0" indent="0">
              <a:buNone/>
              <a:defRPr sz="755">
                <a:solidFill>
                  <a:schemeClr val="tx1">
                    <a:tint val="75000"/>
                  </a:schemeClr>
                </a:solidFill>
              </a:defRPr>
            </a:lvl1pPr>
            <a:lvl2pPr marL="144145" indent="0">
              <a:buNone/>
              <a:defRPr sz="630">
                <a:solidFill>
                  <a:schemeClr val="tx1">
                    <a:tint val="75000"/>
                  </a:schemeClr>
                </a:solidFill>
              </a:defRPr>
            </a:lvl2pPr>
            <a:lvl3pPr marL="288290" indent="0">
              <a:buNone/>
              <a:defRPr sz="565">
                <a:solidFill>
                  <a:schemeClr val="tx1">
                    <a:tint val="75000"/>
                  </a:schemeClr>
                </a:solidFill>
              </a:defRPr>
            </a:lvl3pPr>
            <a:lvl4pPr marL="431800" indent="0">
              <a:buNone/>
              <a:defRPr sz="505">
                <a:solidFill>
                  <a:schemeClr val="tx1">
                    <a:tint val="75000"/>
                  </a:schemeClr>
                </a:solidFill>
              </a:defRPr>
            </a:lvl4pPr>
            <a:lvl5pPr marL="575945" indent="0">
              <a:buNone/>
              <a:defRPr sz="505">
                <a:solidFill>
                  <a:schemeClr val="tx1">
                    <a:tint val="75000"/>
                  </a:schemeClr>
                </a:solidFill>
              </a:defRPr>
            </a:lvl5pPr>
            <a:lvl6pPr marL="720090" indent="0">
              <a:buNone/>
              <a:defRPr sz="505">
                <a:solidFill>
                  <a:schemeClr val="tx1">
                    <a:tint val="75000"/>
                  </a:schemeClr>
                </a:solidFill>
              </a:defRPr>
            </a:lvl6pPr>
            <a:lvl7pPr marL="864235" indent="0">
              <a:buNone/>
              <a:defRPr sz="505">
                <a:solidFill>
                  <a:schemeClr val="tx1">
                    <a:tint val="75000"/>
                  </a:schemeClr>
                </a:solidFill>
              </a:defRPr>
            </a:lvl7pPr>
            <a:lvl8pPr marL="1007745" indent="0">
              <a:buNone/>
              <a:defRPr sz="505">
                <a:solidFill>
                  <a:schemeClr val="tx1">
                    <a:tint val="75000"/>
                  </a:schemeClr>
                </a:solidFill>
              </a:defRPr>
            </a:lvl8pPr>
            <a:lvl9pPr marL="1151890" indent="0">
              <a:buNone/>
              <a:defRPr sz="50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67281" y="575097"/>
            <a:ext cx="4743191" cy="137073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649978" y="575097"/>
            <a:ext cx="4743191" cy="137073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8735" y="115019"/>
            <a:ext cx="9625888" cy="417571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68735" y="529590"/>
            <a:ext cx="4721393" cy="259544"/>
          </a:xfrm>
        </p:spPr>
        <p:txBody>
          <a:bodyPr anchor="b"/>
          <a:lstStyle>
            <a:lvl1pPr marL="0" indent="0">
              <a:buNone/>
              <a:defRPr sz="755" b="1"/>
            </a:lvl1pPr>
            <a:lvl2pPr marL="144145" indent="0">
              <a:buNone/>
              <a:defRPr sz="630" b="1"/>
            </a:lvl2pPr>
            <a:lvl3pPr marL="288290" indent="0">
              <a:buNone/>
              <a:defRPr sz="565" b="1"/>
            </a:lvl3pPr>
            <a:lvl4pPr marL="431800" indent="0">
              <a:buNone/>
              <a:defRPr sz="505" b="1"/>
            </a:lvl4pPr>
            <a:lvl5pPr marL="575945" indent="0">
              <a:buNone/>
              <a:defRPr sz="505" b="1"/>
            </a:lvl5pPr>
            <a:lvl6pPr marL="720090" indent="0">
              <a:buNone/>
              <a:defRPr sz="505" b="1"/>
            </a:lvl6pPr>
            <a:lvl7pPr marL="864235" indent="0">
              <a:buNone/>
              <a:defRPr sz="505" b="1"/>
            </a:lvl7pPr>
            <a:lvl8pPr marL="1007745" indent="0">
              <a:buNone/>
              <a:defRPr sz="505" b="1"/>
            </a:lvl8pPr>
            <a:lvl9pPr marL="1151890" indent="0">
              <a:buNone/>
              <a:defRPr sz="505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68735" y="789133"/>
            <a:ext cx="4721393" cy="1160696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5649978" y="529590"/>
            <a:ext cx="4744645" cy="259544"/>
          </a:xfrm>
        </p:spPr>
        <p:txBody>
          <a:bodyPr anchor="b"/>
          <a:lstStyle>
            <a:lvl1pPr marL="0" indent="0">
              <a:buNone/>
              <a:defRPr sz="755" b="1"/>
            </a:lvl1pPr>
            <a:lvl2pPr marL="144145" indent="0">
              <a:buNone/>
              <a:defRPr sz="630" b="1"/>
            </a:lvl2pPr>
            <a:lvl3pPr marL="288290" indent="0">
              <a:buNone/>
              <a:defRPr sz="565" b="1"/>
            </a:lvl3pPr>
            <a:lvl4pPr marL="431800" indent="0">
              <a:buNone/>
              <a:defRPr sz="505" b="1"/>
            </a:lvl4pPr>
            <a:lvl5pPr marL="575945" indent="0">
              <a:buNone/>
              <a:defRPr sz="505" b="1"/>
            </a:lvl5pPr>
            <a:lvl6pPr marL="720090" indent="0">
              <a:buNone/>
              <a:defRPr sz="505" b="1"/>
            </a:lvl6pPr>
            <a:lvl7pPr marL="864235" indent="0">
              <a:buNone/>
              <a:defRPr sz="505" b="1"/>
            </a:lvl7pPr>
            <a:lvl8pPr marL="1007745" indent="0">
              <a:buNone/>
              <a:defRPr sz="505" b="1"/>
            </a:lvl8pPr>
            <a:lvl9pPr marL="1151890" indent="0">
              <a:buNone/>
              <a:defRPr sz="505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5649978" y="789133"/>
            <a:ext cx="4744645" cy="1160696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8735" y="144024"/>
            <a:ext cx="3599535" cy="504085"/>
          </a:xfrm>
        </p:spPr>
        <p:txBody>
          <a:bodyPr anchor="b"/>
          <a:lstStyle>
            <a:lvl1pPr>
              <a:defRPr sz="101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44645" y="311053"/>
            <a:ext cx="5649978" cy="1535259"/>
          </a:xfrm>
        </p:spPr>
        <p:txBody>
          <a:bodyPr/>
          <a:lstStyle>
            <a:lvl1pPr>
              <a:defRPr sz="1010"/>
            </a:lvl1pPr>
            <a:lvl2pPr>
              <a:defRPr sz="880"/>
            </a:lvl2pPr>
            <a:lvl3pPr>
              <a:defRPr sz="755"/>
            </a:lvl3pPr>
            <a:lvl4pPr>
              <a:defRPr sz="630"/>
            </a:lvl4pPr>
            <a:lvl5pPr>
              <a:defRPr sz="630"/>
            </a:lvl5pPr>
            <a:lvl6pPr>
              <a:defRPr sz="630"/>
            </a:lvl6pPr>
            <a:lvl7pPr>
              <a:defRPr sz="630"/>
            </a:lvl7pPr>
            <a:lvl8pPr>
              <a:defRPr sz="630"/>
            </a:lvl8pPr>
            <a:lvl9pPr>
              <a:defRPr sz="63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68735" y="648109"/>
            <a:ext cx="3599535" cy="1200703"/>
          </a:xfrm>
        </p:spPr>
        <p:txBody>
          <a:bodyPr/>
          <a:lstStyle>
            <a:lvl1pPr marL="0" indent="0">
              <a:buNone/>
              <a:defRPr sz="505"/>
            </a:lvl1pPr>
            <a:lvl2pPr marL="144145" indent="0">
              <a:buNone/>
              <a:defRPr sz="440"/>
            </a:lvl2pPr>
            <a:lvl3pPr marL="288290" indent="0">
              <a:buNone/>
              <a:defRPr sz="380"/>
            </a:lvl3pPr>
            <a:lvl4pPr marL="431800" indent="0">
              <a:buNone/>
              <a:defRPr sz="315"/>
            </a:lvl4pPr>
            <a:lvl5pPr marL="575945" indent="0">
              <a:buNone/>
              <a:defRPr sz="315"/>
            </a:lvl5pPr>
            <a:lvl6pPr marL="720090" indent="0">
              <a:buNone/>
              <a:defRPr sz="315"/>
            </a:lvl6pPr>
            <a:lvl7pPr marL="864235" indent="0">
              <a:buNone/>
              <a:defRPr sz="315"/>
            </a:lvl7pPr>
            <a:lvl8pPr marL="1007745" indent="0">
              <a:buNone/>
              <a:defRPr sz="315"/>
            </a:lvl8pPr>
            <a:lvl9pPr marL="1151890" indent="0">
              <a:buNone/>
              <a:defRPr sz="31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8735" y="144024"/>
            <a:ext cx="3599535" cy="504085"/>
          </a:xfrm>
        </p:spPr>
        <p:txBody>
          <a:bodyPr anchor="b"/>
          <a:lstStyle>
            <a:lvl1pPr>
              <a:defRPr sz="101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4744645" y="311053"/>
            <a:ext cx="5649978" cy="1535259"/>
          </a:xfrm>
        </p:spPr>
        <p:txBody>
          <a:bodyPr/>
          <a:lstStyle>
            <a:lvl1pPr marL="0" indent="0">
              <a:buNone/>
              <a:defRPr sz="1010"/>
            </a:lvl1pPr>
            <a:lvl2pPr marL="144145" indent="0">
              <a:buNone/>
              <a:defRPr sz="880"/>
            </a:lvl2pPr>
            <a:lvl3pPr marL="288290" indent="0">
              <a:buNone/>
              <a:defRPr sz="755"/>
            </a:lvl3pPr>
            <a:lvl4pPr marL="431800" indent="0">
              <a:buNone/>
              <a:defRPr sz="630"/>
            </a:lvl4pPr>
            <a:lvl5pPr marL="575945" indent="0">
              <a:buNone/>
              <a:defRPr sz="630"/>
            </a:lvl5pPr>
            <a:lvl6pPr marL="720090" indent="0">
              <a:buNone/>
              <a:defRPr sz="630"/>
            </a:lvl6pPr>
            <a:lvl7pPr marL="864235" indent="0">
              <a:buNone/>
              <a:defRPr sz="630"/>
            </a:lvl7pPr>
            <a:lvl8pPr marL="1007745" indent="0">
              <a:buNone/>
              <a:defRPr sz="630"/>
            </a:lvl8pPr>
            <a:lvl9pPr marL="1151890" indent="0">
              <a:buNone/>
              <a:defRPr sz="63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68735" y="648109"/>
            <a:ext cx="3599535" cy="1200703"/>
          </a:xfrm>
        </p:spPr>
        <p:txBody>
          <a:bodyPr/>
          <a:lstStyle>
            <a:lvl1pPr marL="0" indent="0">
              <a:buNone/>
              <a:defRPr sz="505"/>
            </a:lvl1pPr>
            <a:lvl2pPr marL="144145" indent="0">
              <a:buNone/>
              <a:defRPr sz="440"/>
            </a:lvl2pPr>
            <a:lvl3pPr marL="288290" indent="0">
              <a:buNone/>
              <a:defRPr sz="380"/>
            </a:lvl3pPr>
            <a:lvl4pPr marL="431800" indent="0">
              <a:buNone/>
              <a:defRPr sz="315"/>
            </a:lvl4pPr>
            <a:lvl5pPr marL="575945" indent="0">
              <a:buNone/>
              <a:defRPr sz="315"/>
            </a:lvl5pPr>
            <a:lvl6pPr marL="720090" indent="0">
              <a:buNone/>
              <a:defRPr sz="315"/>
            </a:lvl6pPr>
            <a:lvl7pPr marL="864235" indent="0">
              <a:buNone/>
              <a:defRPr sz="315"/>
            </a:lvl7pPr>
            <a:lvl8pPr marL="1007745" indent="0">
              <a:buNone/>
              <a:defRPr sz="315"/>
            </a:lvl8pPr>
            <a:lvl9pPr marL="1151890" indent="0">
              <a:buNone/>
              <a:defRPr sz="31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986697" y="115019"/>
            <a:ext cx="2406472" cy="1830809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67281" y="115019"/>
            <a:ext cx="7079911" cy="1830809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767281" y="115019"/>
            <a:ext cx="9625888" cy="4175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67281" y="575097"/>
            <a:ext cx="9625888" cy="13707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767281" y="2002338"/>
            <a:ext cx="2511101" cy="1150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696899" y="2002338"/>
            <a:ext cx="3766652" cy="1150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882068" y="2002338"/>
            <a:ext cx="2511101" cy="1150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288290" rtl="0" eaLnBrk="1" latinLnBrk="0" hangingPunct="1">
        <a:lnSpc>
          <a:spcPct val="90000"/>
        </a:lnSpc>
        <a:spcBef>
          <a:spcPct val="0"/>
        </a:spcBef>
        <a:buNone/>
        <a:defRPr sz="138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1755" indent="-71755" algn="l" defTabSz="288290" rtl="0" eaLnBrk="1" latinLnBrk="0" hangingPunct="1">
        <a:lnSpc>
          <a:spcPct val="90000"/>
        </a:lnSpc>
        <a:spcBef>
          <a:spcPct val="63000"/>
        </a:spcBef>
        <a:buFont typeface="Arial" panose="020B0604020202020204" pitchFamily="34" charset="0"/>
        <a:buChar char="•"/>
        <a:defRPr sz="880" kern="1200">
          <a:solidFill>
            <a:schemeClr val="tx1"/>
          </a:solidFill>
          <a:latin typeface="+mn-lt"/>
          <a:ea typeface="+mn-ea"/>
          <a:cs typeface="+mn-cs"/>
        </a:defRPr>
      </a:lvl1pPr>
      <a:lvl2pPr marL="215900" indent="-71755" algn="l" defTabSz="288290" rtl="0" eaLnBrk="1" latinLnBrk="0" hangingPunct="1">
        <a:lnSpc>
          <a:spcPct val="90000"/>
        </a:lnSpc>
        <a:spcBef>
          <a:spcPts val="155"/>
        </a:spcBef>
        <a:buFont typeface="Arial" panose="020B0604020202020204" pitchFamily="34" charset="0"/>
        <a:buChar char="•"/>
        <a:defRPr sz="755" kern="1200">
          <a:solidFill>
            <a:schemeClr val="tx1"/>
          </a:solidFill>
          <a:latin typeface="+mn-lt"/>
          <a:ea typeface="+mn-ea"/>
          <a:cs typeface="+mn-cs"/>
        </a:defRPr>
      </a:lvl2pPr>
      <a:lvl3pPr marL="360045" indent="-71755" algn="l" defTabSz="288290" rtl="0" eaLnBrk="1" latinLnBrk="0" hangingPunct="1">
        <a:lnSpc>
          <a:spcPct val="90000"/>
        </a:lnSpc>
        <a:spcBef>
          <a:spcPts val="155"/>
        </a:spcBef>
        <a:buFont typeface="Arial" panose="020B0604020202020204" pitchFamily="34" charset="0"/>
        <a:buChar char="•"/>
        <a:defRPr sz="630" kern="1200">
          <a:solidFill>
            <a:schemeClr val="tx1"/>
          </a:solidFill>
          <a:latin typeface="+mn-lt"/>
          <a:ea typeface="+mn-ea"/>
          <a:cs typeface="+mn-cs"/>
        </a:defRPr>
      </a:lvl3pPr>
      <a:lvl4pPr marL="504190" indent="-71755" algn="l" defTabSz="288290" rtl="0" eaLnBrk="1" latinLnBrk="0" hangingPunct="1">
        <a:lnSpc>
          <a:spcPct val="90000"/>
        </a:lnSpc>
        <a:spcBef>
          <a:spcPts val="155"/>
        </a:spcBef>
        <a:buFont typeface="Arial" panose="020B0604020202020204" pitchFamily="34" charset="0"/>
        <a:buChar char="•"/>
        <a:defRPr sz="565" kern="1200">
          <a:solidFill>
            <a:schemeClr val="tx1"/>
          </a:solidFill>
          <a:latin typeface="+mn-lt"/>
          <a:ea typeface="+mn-ea"/>
          <a:cs typeface="+mn-cs"/>
        </a:defRPr>
      </a:lvl4pPr>
      <a:lvl5pPr marL="647700" indent="-71755" algn="l" defTabSz="288290" rtl="0" eaLnBrk="1" latinLnBrk="0" hangingPunct="1">
        <a:lnSpc>
          <a:spcPct val="90000"/>
        </a:lnSpc>
        <a:spcBef>
          <a:spcPts val="155"/>
        </a:spcBef>
        <a:buFont typeface="Arial" panose="020B0604020202020204" pitchFamily="34" charset="0"/>
        <a:buChar char="•"/>
        <a:defRPr sz="565" kern="1200">
          <a:solidFill>
            <a:schemeClr val="tx1"/>
          </a:solidFill>
          <a:latin typeface="+mn-lt"/>
          <a:ea typeface="+mn-ea"/>
          <a:cs typeface="+mn-cs"/>
        </a:defRPr>
      </a:lvl5pPr>
      <a:lvl6pPr marL="791845" indent="-71755" algn="l" defTabSz="288290" rtl="0" eaLnBrk="1" latinLnBrk="0" hangingPunct="1">
        <a:lnSpc>
          <a:spcPct val="90000"/>
        </a:lnSpc>
        <a:spcBef>
          <a:spcPts val="155"/>
        </a:spcBef>
        <a:buFont typeface="Arial" panose="020B0604020202020204" pitchFamily="34" charset="0"/>
        <a:buChar char="•"/>
        <a:defRPr sz="565" kern="1200">
          <a:solidFill>
            <a:schemeClr val="tx1"/>
          </a:solidFill>
          <a:latin typeface="+mn-lt"/>
          <a:ea typeface="+mn-ea"/>
          <a:cs typeface="+mn-cs"/>
        </a:defRPr>
      </a:lvl6pPr>
      <a:lvl7pPr marL="935990" indent="-71755" algn="l" defTabSz="288290" rtl="0" eaLnBrk="1" latinLnBrk="0" hangingPunct="1">
        <a:lnSpc>
          <a:spcPct val="90000"/>
        </a:lnSpc>
        <a:spcBef>
          <a:spcPts val="155"/>
        </a:spcBef>
        <a:buFont typeface="Arial" panose="020B0604020202020204" pitchFamily="34" charset="0"/>
        <a:buChar char="•"/>
        <a:defRPr sz="565" kern="1200">
          <a:solidFill>
            <a:schemeClr val="tx1"/>
          </a:solidFill>
          <a:latin typeface="+mn-lt"/>
          <a:ea typeface="+mn-ea"/>
          <a:cs typeface="+mn-cs"/>
        </a:defRPr>
      </a:lvl7pPr>
      <a:lvl8pPr marL="1080135" indent="-71755" algn="l" defTabSz="288290" rtl="0" eaLnBrk="1" latinLnBrk="0" hangingPunct="1">
        <a:lnSpc>
          <a:spcPct val="90000"/>
        </a:lnSpc>
        <a:spcBef>
          <a:spcPts val="155"/>
        </a:spcBef>
        <a:buFont typeface="Arial" panose="020B0604020202020204" pitchFamily="34" charset="0"/>
        <a:buChar char="•"/>
        <a:defRPr sz="565" kern="1200">
          <a:solidFill>
            <a:schemeClr val="tx1"/>
          </a:solidFill>
          <a:latin typeface="+mn-lt"/>
          <a:ea typeface="+mn-ea"/>
          <a:cs typeface="+mn-cs"/>
        </a:defRPr>
      </a:lvl8pPr>
      <a:lvl9pPr marL="1224280" indent="-71755" algn="l" defTabSz="288290" rtl="0" eaLnBrk="1" latinLnBrk="0" hangingPunct="1">
        <a:lnSpc>
          <a:spcPct val="90000"/>
        </a:lnSpc>
        <a:spcBef>
          <a:spcPts val="155"/>
        </a:spcBef>
        <a:buFont typeface="Arial" panose="020B0604020202020204" pitchFamily="34" charset="0"/>
        <a:buChar char="•"/>
        <a:defRPr sz="56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288290" rtl="0" eaLnBrk="1" latinLnBrk="0" hangingPunct="1">
        <a:defRPr sz="565" kern="1200">
          <a:solidFill>
            <a:schemeClr val="tx1"/>
          </a:solidFill>
          <a:latin typeface="+mn-lt"/>
          <a:ea typeface="+mn-ea"/>
          <a:cs typeface="+mn-cs"/>
        </a:defRPr>
      </a:lvl1pPr>
      <a:lvl2pPr marL="144145" algn="l" defTabSz="288290" rtl="0" eaLnBrk="1" latinLnBrk="0" hangingPunct="1">
        <a:defRPr sz="565" kern="1200">
          <a:solidFill>
            <a:schemeClr val="tx1"/>
          </a:solidFill>
          <a:latin typeface="+mn-lt"/>
          <a:ea typeface="+mn-ea"/>
          <a:cs typeface="+mn-cs"/>
        </a:defRPr>
      </a:lvl2pPr>
      <a:lvl3pPr marL="288290" algn="l" defTabSz="288290" rtl="0" eaLnBrk="1" latinLnBrk="0" hangingPunct="1">
        <a:defRPr sz="565" kern="1200">
          <a:solidFill>
            <a:schemeClr val="tx1"/>
          </a:solidFill>
          <a:latin typeface="+mn-lt"/>
          <a:ea typeface="+mn-ea"/>
          <a:cs typeface="+mn-cs"/>
        </a:defRPr>
      </a:lvl3pPr>
      <a:lvl4pPr marL="431800" algn="l" defTabSz="288290" rtl="0" eaLnBrk="1" latinLnBrk="0" hangingPunct="1">
        <a:defRPr sz="565" kern="1200">
          <a:solidFill>
            <a:schemeClr val="tx1"/>
          </a:solidFill>
          <a:latin typeface="+mn-lt"/>
          <a:ea typeface="+mn-ea"/>
          <a:cs typeface="+mn-cs"/>
        </a:defRPr>
      </a:lvl4pPr>
      <a:lvl5pPr marL="575945" algn="l" defTabSz="288290" rtl="0" eaLnBrk="1" latinLnBrk="0" hangingPunct="1">
        <a:defRPr sz="565" kern="1200">
          <a:solidFill>
            <a:schemeClr val="tx1"/>
          </a:solidFill>
          <a:latin typeface="+mn-lt"/>
          <a:ea typeface="+mn-ea"/>
          <a:cs typeface="+mn-cs"/>
        </a:defRPr>
      </a:lvl5pPr>
      <a:lvl6pPr marL="720090" algn="l" defTabSz="288290" rtl="0" eaLnBrk="1" latinLnBrk="0" hangingPunct="1">
        <a:defRPr sz="565" kern="1200">
          <a:solidFill>
            <a:schemeClr val="tx1"/>
          </a:solidFill>
          <a:latin typeface="+mn-lt"/>
          <a:ea typeface="+mn-ea"/>
          <a:cs typeface="+mn-cs"/>
        </a:defRPr>
      </a:lvl6pPr>
      <a:lvl7pPr marL="864235" algn="l" defTabSz="288290" rtl="0" eaLnBrk="1" latinLnBrk="0" hangingPunct="1">
        <a:defRPr sz="565" kern="1200">
          <a:solidFill>
            <a:schemeClr val="tx1"/>
          </a:solidFill>
          <a:latin typeface="+mn-lt"/>
          <a:ea typeface="+mn-ea"/>
          <a:cs typeface="+mn-cs"/>
        </a:defRPr>
      </a:lvl7pPr>
      <a:lvl8pPr marL="1007745" algn="l" defTabSz="288290" rtl="0" eaLnBrk="1" latinLnBrk="0" hangingPunct="1">
        <a:defRPr sz="565" kern="1200">
          <a:solidFill>
            <a:schemeClr val="tx1"/>
          </a:solidFill>
          <a:latin typeface="+mn-lt"/>
          <a:ea typeface="+mn-ea"/>
          <a:cs typeface="+mn-cs"/>
        </a:defRPr>
      </a:lvl8pPr>
      <a:lvl9pPr marL="1151890" algn="l" defTabSz="288290" rtl="0" eaLnBrk="1" latinLnBrk="0" hangingPunct="1">
        <a:defRPr sz="5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" name="组合 3"/>
          <p:cNvGrpSpPr/>
          <p:nvPr/>
        </p:nvGrpSpPr>
        <p:grpSpPr>
          <a:xfrm>
            <a:off x="88180" y="117340"/>
            <a:ext cx="10961952" cy="1877377"/>
            <a:chOff x="626" y="2806"/>
            <a:chExt cx="17260" cy="2956"/>
          </a:xfrm>
        </p:grpSpPr>
        <p:sp>
          <p:nvSpPr>
            <p:cNvPr id="5" name="矩形 4"/>
            <p:cNvSpPr/>
            <p:nvPr/>
          </p:nvSpPr>
          <p:spPr>
            <a:xfrm>
              <a:off x="626" y="2806"/>
              <a:ext cx="17260" cy="2956"/>
            </a:xfrm>
            <a:prstGeom prst="rect">
              <a:avLst/>
            </a:prstGeom>
            <a:solidFill>
              <a:srgbClr val="FBEDE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600"/>
            </a:p>
          </p:txBody>
        </p:sp>
        <p:sp>
          <p:nvSpPr>
            <p:cNvPr id="13" name="矩形 12"/>
            <p:cNvSpPr/>
            <p:nvPr/>
          </p:nvSpPr>
          <p:spPr>
            <a:xfrm>
              <a:off x="791" y="3170"/>
              <a:ext cx="1951" cy="687"/>
            </a:xfrm>
            <a:prstGeom prst="rect">
              <a:avLst/>
            </a:prstGeom>
            <a:solidFill>
              <a:srgbClr val="F7CAA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模型空间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4345" y="3170"/>
              <a:ext cx="1951" cy="687"/>
            </a:xfrm>
            <a:prstGeom prst="rect">
              <a:avLst/>
            </a:prstGeom>
            <a:solidFill>
              <a:srgbClr val="F7CAA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世界空间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endParaRPr>
            </a:p>
          </p:txBody>
        </p:sp>
        <p:cxnSp>
          <p:nvCxnSpPr>
            <p:cNvPr id="17" name="直接箭头连接符 16"/>
            <p:cNvCxnSpPr>
              <a:stCxn id="13" idx="3"/>
              <a:endCxn id="7" idx="1"/>
            </p:cNvCxnSpPr>
            <p:nvPr/>
          </p:nvCxnSpPr>
          <p:spPr>
            <a:xfrm>
              <a:off x="2742" y="3514"/>
              <a:ext cx="1603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6" name="文本框 5"/>
            <p:cNvSpPr txBox="1"/>
            <p:nvPr/>
          </p:nvSpPr>
          <p:spPr>
            <a:xfrm>
              <a:off x="2742" y="3031"/>
              <a:ext cx="1855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模型变换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7911" y="3170"/>
              <a:ext cx="1951" cy="687"/>
            </a:xfrm>
            <a:prstGeom prst="rect">
              <a:avLst/>
            </a:prstGeom>
            <a:solidFill>
              <a:srgbClr val="F7CAA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观察空间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endParaRPr>
            </a:p>
          </p:txBody>
        </p:sp>
        <p:cxnSp>
          <p:nvCxnSpPr>
            <p:cNvPr id="11" name="直接箭头连接符 10"/>
            <p:cNvCxnSpPr>
              <a:endCxn id="10" idx="1"/>
            </p:cNvCxnSpPr>
            <p:nvPr/>
          </p:nvCxnSpPr>
          <p:spPr>
            <a:xfrm>
              <a:off x="6308" y="3514"/>
              <a:ext cx="1603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2" name="文本框 11"/>
            <p:cNvSpPr txBox="1"/>
            <p:nvPr/>
          </p:nvSpPr>
          <p:spPr>
            <a:xfrm>
              <a:off x="6304" y="3031"/>
              <a:ext cx="1855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视图变换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19" name="矩形 18"/>
            <p:cNvSpPr/>
            <p:nvPr/>
          </p:nvSpPr>
          <p:spPr>
            <a:xfrm>
              <a:off x="11477" y="3170"/>
              <a:ext cx="2250" cy="687"/>
            </a:xfrm>
            <a:prstGeom prst="rect">
              <a:avLst/>
            </a:prstGeom>
            <a:solidFill>
              <a:srgbClr val="F7CAA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齐次裁剪空间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endParaRPr>
            </a:p>
          </p:txBody>
        </p:sp>
        <p:cxnSp>
          <p:nvCxnSpPr>
            <p:cNvPr id="21" name="直接箭头连接符 20"/>
            <p:cNvCxnSpPr/>
            <p:nvPr/>
          </p:nvCxnSpPr>
          <p:spPr>
            <a:xfrm>
              <a:off x="9862" y="3514"/>
              <a:ext cx="1603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5" name="文本框 24"/>
            <p:cNvSpPr txBox="1"/>
            <p:nvPr/>
          </p:nvSpPr>
          <p:spPr>
            <a:xfrm>
              <a:off x="9828" y="3031"/>
              <a:ext cx="1855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投影变换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31" name="矩形 30"/>
            <p:cNvSpPr/>
            <p:nvPr/>
          </p:nvSpPr>
          <p:spPr>
            <a:xfrm>
              <a:off x="15271" y="3170"/>
              <a:ext cx="2363" cy="687"/>
            </a:xfrm>
            <a:prstGeom prst="rect">
              <a:avLst/>
            </a:prstGeom>
            <a:solidFill>
              <a:srgbClr val="F7CAA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标准设备空间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</p:txBody>
        </p:sp>
        <p:cxnSp>
          <p:nvCxnSpPr>
            <p:cNvPr id="32" name="直接箭头连接符 31"/>
            <p:cNvCxnSpPr/>
            <p:nvPr/>
          </p:nvCxnSpPr>
          <p:spPr>
            <a:xfrm>
              <a:off x="13726" y="3502"/>
              <a:ext cx="1515" cy="1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3" name="文本框 32"/>
            <p:cNvSpPr txBox="1"/>
            <p:nvPr/>
          </p:nvSpPr>
          <p:spPr>
            <a:xfrm>
              <a:off x="13701" y="2956"/>
              <a:ext cx="1855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透视除法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42" name="矩形 41"/>
            <p:cNvSpPr/>
            <p:nvPr/>
          </p:nvSpPr>
          <p:spPr>
            <a:xfrm>
              <a:off x="15271" y="4904"/>
              <a:ext cx="2363" cy="687"/>
            </a:xfrm>
            <a:prstGeom prst="rect">
              <a:avLst/>
            </a:prstGeom>
            <a:solidFill>
              <a:srgbClr val="F7CAA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  <a:sym typeface="+mn-ea"/>
                </a:rPr>
                <a:t>屏幕空间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  <a:sym typeface="+mn-ea"/>
              </a:endParaRPr>
            </a:p>
          </p:txBody>
        </p:sp>
        <p:cxnSp>
          <p:nvCxnSpPr>
            <p:cNvPr id="44" name="直接箭头连接符 43"/>
            <p:cNvCxnSpPr>
              <a:stCxn id="31" idx="2"/>
              <a:endCxn id="42" idx="0"/>
            </p:cNvCxnSpPr>
            <p:nvPr/>
          </p:nvCxnSpPr>
          <p:spPr>
            <a:xfrm>
              <a:off x="16453" y="3857"/>
              <a:ext cx="0" cy="1047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45" name="文本框 44"/>
            <p:cNvSpPr txBox="1"/>
            <p:nvPr/>
          </p:nvSpPr>
          <p:spPr>
            <a:xfrm>
              <a:off x="14913" y="4115"/>
              <a:ext cx="1855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视口变换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48</Words>
  <Application>WPS 演示</Application>
  <PresentationFormat>宽屏</PresentationFormat>
  <Paragraphs>22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Arial Unicode MS</vt:lpstr>
      <vt:lpstr>Calibri</vt:lpstr>
      <vt:lpstr>微软雅黑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山长水远.</cp:lastModifiedBy>
  <cp:revision>5</cp:revision>
  <dcterms:created xsi:type="dcterms:W3CDTF">2023-08-09T12:44:00Z</dcterms:created>
  <dcterms:modified xsi:type="dcterms:W3CDTF">2026-02-04T13:19:09Z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2052-12.1.0.24657</vt:lpwstr>
  </property>
  <property fmtid="{D5CDD505-2E9C-101B-9397-08002B2CF9AE}" pid="3" name="ICV">
    <vt:lpwstr>3A82BFC56F314A6D983734052433FFCB_12</vt:lpwstr>
  </property>
</Properties>
</file>