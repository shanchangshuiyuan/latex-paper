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159490" cy="2159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35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680"/>
        <p:guide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95056" y="353560"/>
            <a:ext cx="8370338" cy="752127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95056" y="1134692"/>
            <a:ext cx="8370338" cy="521588"/>
          </a:xfrm>
        </p:spPr>
        <p:txBody>
          <a:bodyPr/>
          <a:lstStyle>
            <a:lvl1pPr marL="0" indent="0" algn="ctr">
              <a:buNone/>
              <a:defRPr sz="755"/>
            </a:lvl1pPr>
            <a:lvl2pPr marL="144145" indent="0" algn="ctr">
              <a:buNone/>
              <a:defRPr sz="630"/>
            </a:lvl2pPr>
            <a:lvl3pPr marL="288290" indent="0" algn="ctr">
              <a:buNone/>
              <a:defRPr sz="565"/>
            </a:lvl3pPr>
            <a:lvl4pPr marL="431800" indent="0" algn="ctr">
              <a:buNone/>
              <a:defRPr sz="505"/>
            </a:lvl4pPr>
            <a:lvl5pPr marL="575945" indent="0" algn="ctr">
              <a:buNone/>
              <a:defRPr sz="505"/>
            </a:lvl5pPr>
            <a:lvl6pPr marL="720090" indent="0" algn="ctr">
              <a:buNone/>
              <a:defRPr sz="505"/>
            </a:lvl6pPr>
            <a:lvl7pPr marL="864235" indent="0" algn="ctr">
              <a:buNone/>
              <a:defRPr sz="505"/>
            </a:lvl7pPr>
            <a:lvl8pPr marL="1007745" indent="0" algn="ctr">
              <a:buNone/>
              <a:defRPr sz="505"/>
            </a:lvl8pPr>
            <a:lvl9pPr marL="1151890" indent="0" algn="ctr">
              <a:buNone/>
              <a:defRPr sz="50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1468" y="538591"/>
            <a:ext cx="9625888" cy="898652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1468" y="1445744"/>
            <a:ext cx="9625888" cy="472580"/>
          </a:xfrm>
        </p:spPr>
        <p:txBody>
          <a:bodyPr/>
          <a:lstStyle>
            <a:lvl1pPr marL="0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1pPr>
            <a:lvl2pPr marL="144145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290" indent="0">
              <a:buNone/>
              <a:defRPr sz="565">
                <a:solidFill>
                  <a:schemeClr val="tx1">
                    <a:tint val="75000"/>
                  </a:schemeClr>
                </a:solidFill>
              </a:defRPr>
            </a:lvl3pPr>
            <a:lvl4pPr marL="43180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4pPr>
            <a:lvl5pPr marL="5759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6pPr>
            <a:lvl7pPr marL="86423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7pPr>
            <a:lvl8pPr marL="1007745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8pPr>
            <a:lvl9pPr marL="115189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7281" y="575097"/>
            <a:ext cx="4743191" cy="13707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49978" y="575097"/>
            <a:ext cx="4743191" cy="13707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35" y="115019"/>
            <a:ext cx="9625888" cy="41757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8735" y="529590"/>
            <a:ext cx="4721393" cy="259544"/>
          </a:xfrm>
        </p:spPr>
        <p:txBody>
          <a:bodyPr anchor="b"/>
          <a:lstStyle>
            <a:lvl1pPr marL="0" indent="0">
              <a:buNone/>
              <a:defRPr sz="755" b="1"/>
            </a:lvl1pPr>
            <a:lvl2pPr marL="144145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5945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7745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8735" y="789133"/>
            <a:ext cx="4721393" cy="116069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49978" y="529590"/>
            <a:ext cx="4744645" cy="259544"/>
          </a:xfrm>
        </p:spPr>
        <p:txBody>
          <a:bodyPr anchor="b"/>
          <a:lstStyle>
            <a:lvl1pPr marL="0" indent="0">
              <a:buNone/>
              <a:defRPr sz="755" b="1"/>
            </a:lvl1pPr>
            <a:lvl2pPr marL="144145" indent="0">
              <a:buNone/>
              <a:defRPr sz="630" b="1"/>
            </a:lvl2pPr>
            <a:lvl3pPr marL="288290" indent="0">
              <a:buNone/>
              <a:defRPr sz="565" b="1"/>
            </a:lvl3pPr>
            <a:lvl4pPr marL="431800" indent="0">
              <a:buNone/>
              <a:defRPr sz="505" b="1"/>
            </a:lvl4pPr>
            <a:lvl5pPr marL="575945" indent="0">
              <a:buNone/>
              <a:defRPr sz="505" b="1"/>
            </a:lvl5pPr>
            <a:lvl6pPr marL="720090" indent="0">
              <a:buNone/>
              <a:defRPr sz="505" b="1"/>
            </a:lvl6pPr>
            <a:lvl7pPr marL="864235" indent="0">
              <a:buNone/>
              <a:defRPr sz="505" b="1"/>
            </a:lvl7pPr>
            <a:lvl8pPr marL="1007745" indent="0">
              <a:buNone/>
              <a:defRPr sz="505" b="1"/>
            </a:lvl8pPr>
            <a:lvl9pPr marL="1151890" indent="0">
              <a:buNone/>
              <a:defRPr sz="50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49978" y="789133"/>
            <a:ext cx="4744645" cy="116069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35" y="144024"/>
            <a:ext cx="3599535" cy="504085"/>
          </a:xfrm>
        </p:spPr>
        <p:txBody>
          <a:bodyPr anchor="b"/>
          <a:lstStyle>
            <a:lvl1pPr>
              <a:defRPr sz="10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4645" y="311053"/>
            <a:ext cx="5649978" cy="1535259"/>
          </a:xfrm>
        </p:spPr>
        <p:txBody>
          <a:bodyPr/>
          <a:lstStyle>
            <a:lvl1pPr>
              <a:defRPr sz="1010"/>
            </a:lvl1pPr>
            <a:lvl2pPr>
              <a:defRPr sz="880"/>
            </a:lvl2pPr>
            <a:lvl3pPr>
              <a:defRPr sz="755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8735" y="648109"/>
            <a:ext cx="3599535" cy="1200703"/>
          </a:xfrm>
        </p:spPr>
        <p:txBody>
          <a:bodyPr/>
          <a:lstStyle>
            <a:lvl1pPr marL="0" indent="0">
              <a:buNone/>
              <a:defRPr sz="505"/>
            </a:lvl1pPr>
            <a:lvl2pPr marL="144145" indent="0">
              <a:buNone/>
              <a:defRPr sz="440"/>
            </a:lvl2pPr>
            <a:lvl3pPr marL="288290" indent="0">
              <a:buNone/>
              <a:defRPr sz="380"/>
            </a:lvl3pPr>
            <a:lvl4pPr marL="431800" indent="0">
              <a:buNone/>
              <a:defRPr sz="315"/>
            </a:lvl4pPr>
            <a:lvl5pPr marL="575945" indent="0">
              <a:buNone/>
              <a:defRPr sz="315"/>
            </a:lvl5pPr>
            <a:lvl6pPr marL="720090" indent="0">
              <a:buNone/>
              <a:defRPr sz="315"/>
            </a:lvl6pPr>
            <a:lvl7pPr marL="864235" indent="0">
              <a:buNone/>
              <a:defRPr sz="315"/>
            </a:lvl7pPr>
            <a:lvl8pPr marL="1007745" indent="0">
              <a:buNone/>
              <a:defRPr sz="315"/>
            </a:lvl8pPr>
            <a:lvl9pPr marL="1151890" indent="0">
              <a:buNone/>
              <a:defRPr sz="31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735" y="144024"/>
            <a:ext cx="3599535" cy="504085"/>
          </a:xfrm>
        </p:spPr>
        <p:txBody>
          <a:bodyPr anchor="b"/>
          <a:lstStyle>
            <a:lvl1pPr>
              <a:defRPr sz="10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44645" y="311053"/>
            <a:ext cx="5649978" cy="1535259"/>
          </a:xfrm>
        </p:spPr>
        <p:txBody>
          <a:bodyPr/>
          <a:lstStyle>
            <a:lvl1pPr marL="0" indent="0">
              <a:buNone/>
              <a:defRPr sz="1010"/>
            </a:lvl1pPr>
            <a:lvl2pPr marL="144145" indent="0">
              <a:buNone/>
              <a:defRPr sz="880"/>
            </a:lvl2pPr>
            <a:lvl3pPr marL="288290" indent="0">
              <a:buNone/>
              <a:defRPr sz="755"/>
            </a:lvl3pPr>
            <a:lvl4pPr marL="431800" indent="0">
              <a:buNone/>
              <a:defRPr sz="630"/>
            </a:lvl4pPr>
            <a:lvl5pPr marL="575945" indent="0">
              <a:buNone/>
              <a:defRPr sz="630"/>
            </a:lvl5pPr>
            <a:lvl6pPr marL="720090" indent="0">
              <a:buNone/>
              <a:defRPr sz="630"/>
            </a:lvl6pPr>
            <a:lvl7pPr marL="864235" indent="0">
              <a:buNone/>
              <a:defRPr sz="630"/>
            </a:lvl7pPr>
            <a:lvl8pPr marL="1007745" indent="0">
              <a:buNone/>
              <a:defRPr sz="630"/>
            </a:lvl8pPr>
            <a:lvl9pPr marL="1151890" indent="0">
              <a:buNone/>
              <a:defRPr sz="63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8735" y="648109"/>
            <a:ext cx="3599535" cy="1200703"/>
          </a:xfrm>
        </p:spPr>
        <p:txBody>
          <a:bodyPr/>
          <a:lstStyle>
            <a:lvl1pPr marL="0" indent="0">
              <a:buNone/>
              <a:defRPr sz="505"/>
            </a:lvl1pPr>
            <a:lvl2pPr marL="144145" indent="0">
              <a:buNone/>
              <a:defRPr sz="440"/>
            </a:lvl2pPr>
            <a:lvl3pPr marL="288290" indent="0">
              <a:buNone/>
              <a:defRPr sz="380"/>
            </a:lvl3pPr>
            <a:lvl4pPr marL="431800" indent="0">
              <a:buNone/>
              <a:defRPr sz="315"/>
            </a:lvl4pPr>
            <a:lvl5pPr marL="575945" indent="0">
              <a:buNone/>
              <a:defRPr sz="315"/>
            </a:lvl5pPr>
            <a:lvl6pPr marL="720090" indent="0">
              <a:buNone/>
              <a:defRPr sz="315"/>
            </a:lvl6pPr>
            <a:lvl7pPr marL="864235" indent="0">
              <a:buNone/>
              <a:defRPr sz="315"/>
            </a:lvl7pPr>
            <a:lvl8pPr marL="1007745" indent="0">
              <a:buNone/>
              <a:defRPr sz="315"/>
            </a:lvl8pPr>
            <a:lvl9pPr marL="1151890" indent="0">
              <a:buNone/>
              <a:defRPr sz="31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86697" y="115019"/>
            <a:ext cx="2406472" cy="183080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7281" y="115019"/>
            <a:ext cx="7079911" cy="183080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67281" y="115019"/>
            <a:ext cx="9625888" cy="41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7281" y="575097"/>
            <a:ext cx="9625888" cy="137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7281" y="2002338"/>
            <a:ext cx="2511101" cy="115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6899" y="2002338"/>
            <a:ext cx="3766652" cy="115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82068" y="2002338"/>
            <a:ext cx="2511101" cy="115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290" rtl="0" eaLnBrk="1" latinLnBrk="0" hangingPunct="1">
        <a:lnSpc>
          <a:spcPct val="90000"/>
        </a:lnSpc>
        <a:spcBef>
          <a:spcPct val="0"/>
        </a:spcBef>
        <a:buNone/>
        <a:defRPr sz="1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755" indent="-71755" algn="l" defTabSz="28829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880" kern="1200">
          <a:solidFill>
            <a:schemeClr val="tx1"/>
          </a:solidFill>
          <a:latin typeface="+mn-lt"/>
          <a:ea typeface="+mn-ea"/>
          <a:cs typeface="+mn-cs"/>
        </a:defRPr>
      </a:lvl1pPr>
      <a:lvl2pPr marL="21590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755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19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4pPr>
      <a:lvl5pPr marL="64770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5pPr>
      <a:lvl6pPr marL="79184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224280" indent="-71755" algn="l" defTabSz="288290" rtl="0" eaLnBrk="1" latinLnBrk="0" hangingPunct="1">
        <a:lnSpc>
          <a:spcPct val="90000"/>
        </a:lnSpc>
        <a:spcBef>
          <a:spcPts val="155"/>
        </a:spcBef>
        <a:buFont typeface="Arial" panose="020B0604020202020204" pitchFamily="34" charset="0"/>
        <a:buChar char="•"/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1pPr>
      <a:lvl2pPr marL="1441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2pPr>
      <a:lvl3pPr marL="2882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3pPr>
      <a:lvl4pPr marL="43180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4pPr>
      <a:lvl5pPr marL="5759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6pPr>
      <a:lvl7pPr marL="86423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7pPr>
      <a:lvl8pPr marL="1007745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8pPr>
      <a:lvl9pPr marL="1151890" algn="l" defTabSz="288290" rtl="0" eaLnBrk="1" latinLnBrk="0" hangingPunct="1">
        <a:defRPr sz="5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88265" y="117475"/>
            <a:ext cx="10962005" cy="1877060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3" name="矩形 12"/>
          <p:cNvSpPr/>
          <p:nvPr/>
        </p:nvSpPr>
        <p:spPr>
          <a:xfrm>
            <a:off x="193040" y="348615"/>
            <a:ext cx="1238885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49830" y="348615"/>
            <a:ext cx="1238885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世界空间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7" name="直接箭头连接符 16"/>
          <p:cNvCxnSpPr>
            <a:stCxn id="13" idx="3"/>
            <a:endCxn id="7" idx="1"/>
          </p:cNvCxnSpPr>
          <p:nvPr/>
        </p:nvCxnSpPr>
        <p:spPr>
          <a:xfrm>
            <a:off x="1431925" y="567055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431925" y="260350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模型变换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14875" y="348615"/>
            <a:ext cx="1238885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观察空间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>
            <a:endCxn id="10" idx="1"/>
          </p:cNvCxnSpPr>
          <p:nvPr/>
        </p:nvCxnSpPr>
        <p:spPr>
          <a:xfrm>
            <a:off x="3696970" y="567055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694430" y="260350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视图变换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79920" y="348615"/>
            <a:ext cx="1428750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齐次裁剪空间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953760" y="567055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932170" y="260350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投影变换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389110" y="348615"/>
            <a:ext cx="1500505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标准设备空间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32" name="直接箭头连接符 31"/>
          <p:cNvCxnSpPr/>
          <p:nvPr/>
        </p:nvCxnSpPr>
        <p:spPr>
          <a:xfrm>
            <a:off x="8408035" y="559435"/>
            <a:ext cx="962025" cy="76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392160" y="212725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透视除法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9389110" y="1449705"/>
            <a:ext cx="1500505" cy="436245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屏幕空间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44" name="直接箭头连接符 43"/>
          <p:cNvCxnSpPr>
            <a:stCxn id="31" idx="2"/>
            <a:endCxn id="42" idx="0"/>
          </p:cNvCxnSpPr>
          <p:nvPr/>
        </p:nvCxnSpPr>
        <p:spPr>
          <a:xfrm>
            <a:off x="10140315" y="784860"/>
            <a:ext cx="0" cy="66484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9161780" y="948690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视口变换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宽屏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2026-03-06T11:27:26Z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3A82BFC56F314A6D983734052433FFCB_12</vt:lpwstr>
  </property>
</Properties>
</file>