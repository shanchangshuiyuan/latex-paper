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1519535" cy="395986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47" userDrawn="1">
          <p15:clr>
            <a:srgbClr val="A4A3A4"/>
          </p15:clr>
        </p15:guide>
        <p15:guide id="2" pos="36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247"/>
        <p:guide pos="362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440000" y="648084"/>
            <a:ext cx="8640000" cy="1378667"/>
          </a:xfrm>
        </p:spPr>
        <p:txBody>
          <a:bodyPr anchor="b"/>
          <a:lstStyle>
            <a:lvl1pPr algn="ctr">
              <a:defRPr sz="346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440000" y="2079917"/>
            <a:ext cx="8640000" cy="956083"/>
          </a:xfrm>
        </p:spPr>
        <p:txBody>
          <a:bodyPr/>
          <a:lstStyle>
            <a:lvl1pPr marL="0" indent="0" algn="ctr">
              <a:buNone/>
              <a:defRPr sz="1385"/>
            </a:lvl1pPr>
            <a:lvl2pPr marL="264160" indent="0" algn="ctr">
              <a:buNone/>
              <a:defRPr sz="1155"/>
            </a:lvl2pPr>
            <a:lvl3pPr marL="527685" indent="0" algn="ctr">
              <a:buNone/>
              <a:defRPr sz="1040"/>
            </a:lvl3pPr>
            <a:lvl4pPr marL="791845" indent="0" algn="ctr">
              <a:buNone/>
              <a:defRPr sz="925"/>
            </a:lvl4pPr>
            <a:lvl5pPr marL="1056005" indent="0" algn="ctr">
              <a:buNone/>
              <a:defRPr sz="925"/>
            </a:lvl5pPr>
            <a:lvl6pPr marL="1320165" indent="0" algn="ctr">
              <a:buNone/>
              <a:defRPr sz="925"/>
            </a:lvl6pPr>
            <a:lvl7pPr marL="1583690" indent="0" algn="ctr">
              <a:buNone/>
              <a:defRPr sz="925"/>
            </a:lvl7pPr>
            <a:lvl8pPr marL="1847850" indent="0" algn="ctr">
              <a:buNone/>
              <a:defRPr sz="925"/>
            </a:lvl8pPr>
            <a:lvl9pPr marL="2112010" indent="0" algn="ctr">
              <a:buNone/>
              <a:defRPr sz="92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86000" y="987250"/>
            <a:ext cx="9936000" cy="1647250"/>
          </a:xfrm>
        </p:spPr>
        <p:txBody>
          <a:bodyPr anchor="b"/>
          <a:lstStyle>
            <a:lvl1pPr>
              <a:defRPr sz="346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86000" y="2650084"/>
            <a:ext cx="9936000" cy="866250"/>
          </a:xfrm>
        </p:spPr>
        <p:txBody>
          <a:bodyPr/>
          <a:lstStyle>
            <a:lvl1pPr marL="0" indent="0">
              <a:buNone/>
              <a:defRPr sz="1385">
                <a:solidFill>
                  <a:schemeClr val="tx1">
                    <a:tint val="75000"/>
                  </a:schemeClr>
                </a:solidFill>
              </a:defRPr>
            </a:lvl1pPr>
            <a:lvl2pPr marL="264160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2pPr>
            <a:lvl3pPr marL="527685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3pPr>
            <a:lvl4pPr marL="79184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4pPr>
            <a:lvl5pPr marL="105600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5pPr>
            <a:lvl6pPr marL="132016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6pPr>
            <a:lvl7pPr marL="158369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7pPr>
            <a:lvl8pPr marL="184785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8pPr>
            <a:lvl9pPr marL="211201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92000" y="1054167"/>
            <a:ext cx="4896000" cy="25125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832000" y="1054167"/>
            <a:ext cx="4896000" cy="25125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500" y="210833"/>
            <a:ext cx="9936000" cy="765417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93500" y="970750"/>
            <a:ext cx="4873500" cy="475750"/>
          </a:xfrm>
        </p:spPr>
        <p:txBody>
          <a:bodyPr anchor="b"/>
          <a:lstStyle>
            <a:lvl1pPr marL="0" indent="0">
              <a:buNone/>
              <a:defRPr sz="1385" b="1"/>
            </a:lvl1pPr>
            <a:lvl2pPr marL="264160" indent="0">
              <a:buNone/>
              <a:defRPr sz="1155" b="1"/>
            </a:lvl2pPr>
            <a:lvl3pPr marL="527685" indent="0">
              <a:buNone/>
              <a:defRPr sz="1040" b="1"/>
            </a:lvl3pPr>
            <a:lvl4pPr marL="791845" indent="0">
              <a:buNone/>
              <a:defRPr sz="925" b="1"/>
            </a:lvl4pPr>
            <a:lvl5pPr marL="1056005" indent="0">
              <a:buNone/>
              <a:defRPr sz="925" b="1"/>
            </a:lvl5pPr>
            <a:lvl6pPr marL="1320165" indent="0">
              <a:buNone/>
              <a:defRPr sz="925" b="1"/>
            </a:lvl6pPr>
            <a:lvl7pPr marL="1583690" indent="0">
              <a:buNone/>
              <a:defRPr sz="925" b="1"/>
            </a:lvl7pPr>
            <a:lvl8pPr marL="1847850" indent="0">
              <a:buNone/>
              <a:defRPr sz="925" b="1"/>
            </a:lvl8pPr>
            <a:lvl9pPr marL="2112010" indent="0">
              <a:buNone/>
              <a:defRPr sz="92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93500" y="1446500"/>
            <a:ext cx="4873500" cy="21275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832000" y="970750"/>
            <a:ext cx="4897501" cy="475750"/>
          </a:xfrm>
        </p:spPr>
        <p:txBody>
          <a:bodyPr anchor="b"/>
          <a:lstStyle>
            <a:lvl1pPr marL="0" indent="0">
              <a:buNone/>
              <a:defRPr sz="1385" b="1"/>
            </a:lvl1pPr>
            <a:lvl2pPr marL="264160" indent="0">
              <a:buNone/>
              <a:defRPr sz="1155" b="1"/>
            </a:lvl2pPr>
            <a:lvl3pPr marL="527685" indent="0">
              <a:buNone/>
              <a:defRPr sz="1040" b="1"/>
            </a:lvl3pPr>
            <a:lvl4pPr marL="791845" indent="0">
              <a:buNone/>
              <a:defRPr sz="925" b="1"/>
            </a:lvl4pPr>
            <a:lvl5pPr marL="1056005" indent="0">
              <a:buNone/>
              <a:defRPr sz="925" b="1"/>
            </a:lvl5pPr>
            <a:lvl6pPr marL="1320165" indent="0">
              <a:buNone/>
              <a:defRPr sz="925" b="1"/>
            </a:lvl6pPr>
            <a:lvl7pPr marL="1583690" indent="0">
              <a:buNone/>
              <a:defRPr sz="925" b="1"/>
            </a:lvl7pPr>
            <a:lvl8pPr marL="1847850" indent="0">
              <a:buNone/>
              <a:defRPr sz="925" b="1"/>
            </a:lvl8pPr>
            <a:lvl9pPr marL="2112010" indent="0">
              <a:buNone/>
              <a:defRPr sz="92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832000" y="1446500"/>
            <a:ext cx="4897501" cy="2127584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500" y="264000"/>
            <a:ext cx="3715500" cy="924000"/>
          </a:xfrm>
        </p:spPr>
        <p:txBody>
          <a:bodyPr anchor="b"/>
          <a:lstStyle>
            <a:lvl1pPr>
              <a:defRPr sz="185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897501" y="570167"/>
            <a:ext cx="5832000" cy="2814167"/>
          </a:xfrm>
        </p:spPr>
        <p:txBody>
          <a:bodyPr/>
          <a:lstStyle>
            <a:lvl1pPr>
              <a:defRPr sz="1850"/>
            </a:lvl1pPr>
            <a:lvl2pPr>
              <a:defRPr sz="1615"/>
            </a:lvl2pPr>
            <a:lvl3pPr>
              <a:defRPr sz="1385"/>
            </a:lvl3pPr>
            <a:lvl4pPr>
              <a:defRPr sz="1155"/>
            </a:lvl4pPr>
            <a:lvl5pPr>
              <a:defRPr sz="1155"/>
            </a:lvl5pPr>
            <a:lvl6pPr>
              <a:defRPr sz="1155"/>
            </a:lvl6pPr>
            <a:lvl7pPr>
              <a:defRPr sz="1155"/>
            </a:lvl7pPr>
            <a:lvl8pPr>
              <a:defRPr sz="1155"/>
            </a:lvl8pPr>
            <a:lvl9pPr>
              <a:defRPr sz="115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93500" y="1188000"/>
            <a:ext cx="3715500" cy="2200917"/>
          </a:xfrm>
        </p:spPr>
        <p:txBody>
          <a:bodyPr/>
          <a:lstStyle>
            <a:lvl1pPr marL="0" indent="0">
              <a:buNone/>
              <a:defRPr sz="925"/>
            </a:lvl1pPr>
            <a:lvl2pPr marL="264160" indent="0">
              <a:buNone/>
              <a:defRPr sz="810"/>
            </a:lvl2pPr>
            <a:lvl3pPr marL="527685" indent="0">
              <a:buNone/>
              <a:defRPr sz="695"/>
            </a:lvl3pPr>
            <a:lvl4pPr marL="791845" indent="0">
              <a:buNone/>
              <a:defRPr sz="575"/>
            </a:lvl4pPr>
            <a:lvl5pPr marL="1056005" indent="0">
              <a:buNone/>
              <a:defRPr sz="575"/>
            </a:lvl5pPr>
            <a:lvl6pPr marL="1320165" indent="0">
              <a:buNone/>
              <a:defRPr sz="575"/>
            </a:lvl6pPr>
            <a:lvl7pPr marL="1583690" indent="0">
              <a:buNone/>
              <a:defRPr sz="575"/>
            </a:lvl7pPr>
            <a:lvl8pPr marL="1847850" indent="0">
              <a:buNone/>
              <a:defRPr sz="575"/>
            </a:lvl8pPr>
            <a:lvl9pPr marL="2112010" indent="0">
              <a:buNone/>
              <a:defRPr sz="57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93500" y="264000"/>
            <a:ext cx="3715500" cy="924000"/>
          </a:xfrm>
        </p:spPr>
        <p:txBody>
          <a:bodyPr anchor="b"/>
          <a:lstStyle>
            <a:lvl1pPr>
              <a:defRPr sz="185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897501" y="570167"/>
            <a:ext cx="5832000" cy="2814167"/>
          </a:xfrm>
        </p:spPr>
        <p:txBody>
          <a:bodyPr/>
          <a:lstStyle>
            <a:lvl1pPr marL="0" indent="0">
              <a:buNone/>
              <a:defRPr sz="1850"/>
            </a:lvl1pPr>
            <a:lvl2pPr marL="264160" indent="0">
              <a:buNone/>
              <a:defRPr sz="1615"/>
            </a:lvl2pPr>
            <a:lvl3pPr marL="527685" indent="0">
              <a:buNone/>
              <a:defRPr sz="1385"/>
            </a:lvl3pPr>
            <a:lvl4pPr marL="791845" indent="0">
              <a:buNone/>
              <a:defRPr sz="1155"/>
            </a:lvl4pPr>
            <a:lvl5pPr marL="1056005" indent="0">
              <a:buNone/>
              <a:defRPr sz="1155"/>
            </a:lvl5pPr>
            <a:lvl6pPr marL="1320165" indent="0">
              <a:buNone/>
              <a:defRPr sz="1155"/>
            </a:lvl6pPr>
            <a:lvl7pPr marL="1583690" indent="0">
              <a:buNone/>
              <a:defRPr sz="1155"/>
            </a:lvl7pPr>
            <a:lvl8pPr marL="1847850" indent="0">
              <a:buNone/>
              <a:defRPr sz="1155"/>
            </a:lvl8pPr>
            <a:lvl9pPr marL="2112010" indent="0">
              <a:buNone/>
              <a:defRPr sz="115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93500" y="1188000"/>
            <a:ext cx="3715500" cy="2200917"/>
          </a:xfrm>
        </p:spPr>
        <p:txBody>
          <a:bodyPr/>
          <a:lstStyle>
            <a:lvl1pPr marL="0" indent="0">
              <a:buNone/>
              <a:defRPr sz="925"/>
            </a:lvl1pPr>
            <a:lvl2pPr marL="264160" indent="0">
              <a:buNone/>
              <a:defRPr sz="810"/>
            </a:lvl2pPr>
            <a:lvl3pPr marL="527685" indent="0">
              <a:buNone/>
              <a:defRPr sz="695"/>
            </a:lvl3pPr>
            <a:lvl4pPr marL="791845" indent="0">
              <a:buNone/>
              <a:defRPr sz="575"/>
            </a:lvl4pPr>
            <a:lvl5pPr marL="1056005" indent="0">
              <a:buNone/>
              <a:defRPr sz="575"/>
            </a:lvl5pPr>
            <a:lvl6pPr marL="1320165" indent="0">
              <a:buNone/>
              <a:defRPr sz="575"/>
            </a:lvl6pPr>
            <a:lvl7pPr marL="1583690" indent="0">
              <a:buNone/>
              <a:defRPr sz="575"/>
            </a:lvl7pPr>
            <a:lvl8pPr marL="1847850" indent="0">
              <a:buNone/>
              <a:defRPr sz="575"/>
            </a:lvl8pPr>
            <a:lvl9pPr marL="2112010" indent="0">
              <a:buNone/>
              <a:defRPr sz="57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244000" y="210833"/>
            <a:ext cx="2484000" cy="3355917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2000" y="210833"/>
            <a:ext cx="7308000" cy="3355917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92000" y="210833"/>
            <a:ext cx="9936000" cy="765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92000" y="1054167"/>
            <a:ext cx="9936000" cy="25125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92000" y="3670333"/>
            <a:ext cx="2592000" cy="21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816000" y="3670333"/>
            <a:ext cx="3888000" cy="21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136000" y="3670333"/>
            <a:ext cx="2592000" cy="21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9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27685" rtl="0" eaLnBrk="1" latinLnBrk="0" hangingPunct="1">
        <a:lnSpc>
          <a:spcPct val="90000"/>
        </a:lnSpc>
        <a:spcBef>
          <a:spcPct val="0"/>
        </a:spcBef>
        <a:buNone/>
        <a:defRPr sz="25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2080" indent="-132080" algn="l" defTabSz="527685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1615" kern="1200">
          <a:solidFill>
            <a:schemeClr val="tx1"/>
          </a:solidFill>
          <a:latin typeface="+mn-lt"/>
          <a:ea typeface="+mn-ea"/>
          <a:cs typeface="+mn-cs"/>
        </a:defRPr>
      </a:lvl1pPr>
      <a:lvl2pPr marL="396240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2pPr>
      <a:lvl3pPr marL="659765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155" kern="1200">
          <a:solidFill>
            <a:schemeClr val="tx1"/>
          </a:solidFill>
          <a:latin typeface="+mn-lt"/>
          <a:ea typeface="+mn-ea"/>
          <a:cs typeface="+mn-cs"/>
        </a:defRPr>
      </a:lvl3pPr>
      <a:lvl4pPr marL="923925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4pPr>
      <a:lvl5pPr marL="1188085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5pPr>
      <a:lvl6pPr marL="1452245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6pPr>
      <a:lvl7pPr marL="1715770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7pPr>
      <a:lvl8pPr marL="1979930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8pPr>
      <a:lvl9pPr marL="2244090" indent="-132080" algn="l" defTabSz="527685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1pPr>
      <a:lvl2pPr marL="26416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2pPr>
      <a:lvl3pPr marL="527685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3pPr>
      <a:lvl4pPr marL="791845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4pPr>
      <a:lvl5pPr marL="1056005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6pPr>
      <a:lvl7pPr marL="158369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7pPr>
      <a:lvl8pPr marL="184785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8pPr>
      <a:lvl9pPr marL="2112010" algn="l" defTabSz="527685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9" name="组合 8"/>
          <p:cNvGrpSpPr/>
          <p:nvPr/>
        </p:nvGrpSpPr>
        <p:grpSpPr>
          <a:xfrm>
            <a:off x="62230" y="48260"/>
            <a:ext cx="11238865" cy="3873500"/>
            <a:chOff x="979" y="2556"/>
            <a:chExt cx="17699" cy="6100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79" y="3007"/>
              <a:ext cx="17699" cy="5010"/>
            </a:xfrm>
            <a:prstGeom prst="rect">
              <a:avLst/>
            </a:prstGeom>
          </p:spPr>
        </p:pic>
        <p:sp>
          <p:nvSpPr>
            <p:cNvPr id="112" name="文本框 111"/>
            <p:cNvSpPr txBox="1"/>
            <p:nvPr/>
          </p:nvSpPr>
          <p:spPr>
            <a:xfrm>
              <a:off x="2242" y="8125"/>
              <a:ext cx="225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初始注视位置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898" y="8125"/>
              <a:ext cx="202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扫视开始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11046" y="8125"/>
              <a:ext cx="202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扫视结束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15138" y="8125"/>
              <a:ext cx="236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辨别条纹方向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3379" y="2556"/>
              <a:ext cx="202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延迟时间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WPS 演示</Application>
  <PresentationFormat>宽屏</PresentationFormat>
  <Paragraphs>10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5</cp:revision>
  <dcterms:created xsi:type="dcterms:W3CDTF">2023-08-09T12:44:00Z</dcterms:created>
  <dcterms:modified xsi:type="dcterms:W3CDTF">2026-02-04T15:16:45Z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1E405AF111754F1695CEA9A38AB3F8B9_12</vt:lpwstr>
  </property>
</Properties>
</file>