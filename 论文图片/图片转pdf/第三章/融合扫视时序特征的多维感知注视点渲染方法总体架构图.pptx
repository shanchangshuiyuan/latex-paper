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2239625" cy="611949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69" userDrawn="1">
          <p15:clr>
            <a:srgbClr val="A4A3A4"/>
          </p15:clr>
        </p15:guide>
        <p15:guide id="2" pos="39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869"/>
        <p:guide pos="39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42740" y="1143000"/>
            <a:ext cx="617252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30000" y="1001584"/>
            <a:ext cx="9180000" cy="2130667"/>
          </a:xfrm>
        </p:spPr>
        <p:txBody>
          <a:bodyPr anchor="b"/>
          <a:lstStyle>
            <a:lvl1pPr algn="ctr">
              <a:defRPr sz="535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30000" y="3214417"/>
            <a:ext cx="9180000" cy="1477583"/>
          </a:xfrm>
        </p:spPr>
        <p:txBody>
          <a:bodyPr/>
          <a:lstStyle>
            <a:lvl1pPr marL="0" indent="0" algn="ctr">
              <a:buNone/>
              <a:defRPr sz="2140"/>
            </a:lvl1pPr>
            <a:lvl2pPr marL="408305" indent="0" algn="ctr">
              <a:buNone/>
              <a:defRPr sz="1785"/>
            </a:lvl2pPr>
            <a:lvl3pPr marL="815975" indent="0" algn="ctr">
              <a:buNone/>
              <a:defRPr sz="1605"/>
            </a:lvl3pPr>
            <a:lvl4pPr marL="1224280" indent="0" algn="ctr">
              <a:buNone/>
              <a:defRPr sz="1430"/>
            </a:lvl4pPr>
            <a:lvl5pPr marL="1631950" indent="0" algn="ctr">
              <a:buNone/>
              <a:defRPr sz="1430"/>
            </a:lvl5pPr>
            <a:lvl6pPr marL="2040255" indent="0" algn="ctr">
              <a:buNone/>
              <a:defRPr sz="1430"/>
            </a:lvl6pPr>
            <a:lvl7pPr marL="2447925" indent="0" algn="ctr">
              <a:buNone/>
              <a:defRPr sz="1430"/>
            </a:lvl7pPr>
            <a:lvl8pPr marL="2856230" indent="0" algn="ctr">
              <a:buNone/>
              <a:defRPr sz="1430"/>
            </a:lvl8pPr>
            <a:lvl9pPr marL="3263900" indent="0" algn="ctr">
              <a:buNone/>
              <a:defRPr sz="143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5125" y="1525750"/>
            <a:ext cx="10557000" cy="2545749"/>
          </a:xfrm>
        </p:spPr>
        <p:txBody>
          <a:bodyPr anchor="b"/>
          <a:lstStyle>
            <a:lvl1pPr>
              <a:defRPr sz="535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5125" y="4095584"/>
            <a:ext cx="10557000" cy="1338750"/>
          </a:xfrm>
        </p:spPr>
        <p:txBody>
          <a:bodyPr/>
          <a:lstStyle>
            <a:lvl1pPr marL="0" indent="0">
              <a:buNone/>
              <a:defRPr sz="2140">
                <a:solidFill>
                  <a:schemeClr val="tx1">
                    <a:tint val="75000"/>
                  </a:schemeClr>
                </a:solidFill>
              </a:defRPr>
            </a:lvl1pPr>
            <a:lvl2pPr marL="408305" indent="0">
              <a:buNone/>
              <a:defRPr sz="1785">
                <a:solidFill>
                  <a:schemeClr val="tx1">
                    <a:tint val="75000"/>
                  </a:schemeClr>
                </a:solidFill>
              </a:defRPr>
            </a:lvl2pPr>
            <a:lvl3pPr marL="815975" indent="0">
              <a:buNone/>
              <a:defRPr sz="1605">
                <a:solidFill>
                  <a:schemeClr val="tx1">
                    <a:tint val="75000"/>
                  </a:schemeClr>
                </a:solidFill>
              </a:defRPr>
            </a:lvl3pPr>
            <a:lvl4pPr marL="1224280" indent="0">
              <a:buNone/>
              <a:defRPr sz="1430">
                <a:solidFill>
                  <a:schemeClr val="tx1">
                    <a:tint val="75000"/>
                  </a:schemeClr>
                </a:solidFill>
              </a:defRPr>
            </a:lvl4pPr>
            <a:lvl5pPr marL="1631950" indent="0">
              <a:buNone/>
              <a:defRPr sz="1430">
                <a:solidFill>
                  <a:schemeClr val="tx1">
                    <a:tint val="75000"/>
                  </a:schemeClr>
                </a:solidFill>
              </a:defRPr>
            </a:lvl5pPr>
            <a:lvl6pPr marL="2040255" indent="0">
              <a:buNone/>
              <a:defRPr sz="1430">
                <a:solidFill>
                  <a:schemeClr val="tx1">
                    <a:tint val="75000"/>
                  </a:schemeClr>
                </a:solidFill>
              </a:defRPr>
            </a:lvl6pPr>
            <a:lvl7pPr marL="2447925" indent="0">
              <a:buNone/>
              <a:defRPr sz="1430">
                <a:solidFill>
                  <a:schemeClr val="tx1">
                    <a:tint val="75000"/>
                  </a:schemeClr>
                </a:solidFill>
              </a:defRPr>
            </a:lvl7pPr>
            <a:lvl8pPr marL="2856230" indent="0">
              <a:buNone/>
              <a:defRPr sz="1430">
                <a:solidFill>
                  <a:schemeClr val="tx1">
                    <a:tint val="75000"/>
                  </a:schemeClr>
                </a:solidFill>
              </a:defRPr>
            </a:lvl8pPr>
            <a:lvl9pPr marL="3263900" indent="0">
              <a:buNone/>
              <a:defRPr sz="143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41500" y="1629167"/>
            <a:ext cx="5202000" cy="38830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6500" y="1629167"/>
            <a:ext cx="5202000" cy="38830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3094" y="325833"/>
            <a:ext cx="10557000" cy="1182917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43094" y="1500250"/>
            <a:ext cx="5178093" cy="735250"/>
          </a:xfrm>
        </p:spPr>
        <p:txBody>
          <a:bodyPr anchor="b"/>
          <a:lstStyle>
            <a:lvl1pPr marL="0" indent="0">
              <a:buNone/>
              <a:defRPr sz="2140" b="1"/>
            </a:lvl1pPr>
            <a:lvl2pPr marL="408305" indent="0">
              <a:buNone/>
              <a:defRPr sz="1785" b="1"/>
            </a:lvl2pPr>
            <a:lvl3pPr marL="815975" indent="0">
              <a:buNone/>
              <a:defRPr sz="1605" b="1"/>
            </a:lvl3pPr>
            <a:lvl4pPr marL="1224280" indent="0">
              <a:buNone/>
              <a:defRPr sz="1430" b="1"/>
            </a:lvl4pPr>
            <a:lvl5pPr marL="1631950" indent="0">
              <a:buNone/>
              <a:defRPr sz="1430" b="1"/>
            </a:lvl5pPr>
            <a:lvl6pPr marL="2040255" indent="0">
              <a:buNone/>
              <a:defRPr sz="1430" b="1"/>
            </a:lvl6pPr>
            <a:lvl7pPr marL="2447925" indent="0">
              <a:buNone/>
              <a:defRPr sz="1430" b="1"/>
            </a:lvl7pPr>
            <a:lvl8pPr marL="2856230" indent="0">
              <a:buNone/>
              <a:defRPr sz="1430" b="1"/>
            </a:lvl8pPr>
            <a:lvl9pPr marL="3263900" indent="0">
              <a:buNone/>
              <a:defRPr sz="143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43094" y="2235500"/>
            <a:ext cx="5178093" cy="32880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6500" y="1500250"/>
            <a:ext cx="5203594" cy="735250"/>
          </a:xfrm>
        </p:spPr>
        <p:txBody>
          <a:bodyPr anchor="b"/>
          <a:lstStyle>
            <a:lvl1pPr marL="0" indent="0">
              <a:buNone/>
              <a:defRPr sz="2140" b="1"/>
            </a:lvl1pPr>
            <a:lvl2pPr marL="408305" indent="0">
              <a:buNone/>
              <a:defRPr sz="1785" b="1"/>
            </a:lvl2pPr>
            <a:lvl3pPr marL="815975" indent="0">
              <a:buNone/>
              <a:defRPr sz="1605" b="1"/>
            </a:lvl3pPr>
            <a:lvl4pPr marL="1224280" indent="0">
              <a:buNone/>
              <a:defRPr sz="1430" b="1"/>
            </a:lvl4pPr>
            <a:lvl5pPr marL="1631950" indent="0">
              <a:buNone/>
              <a:defRPr sz="1430" b="1"/>
            </a:lvl5pPr>
            <a:lvl6pPr marL="2040255" indent="0">
              <a:buNone/>
              <a:defRPr sz="1430" b="1"/>
            </a:lvl6pPr>
            <a:lvl7pPr marL="2447925" indent="0">
              <a:buNone/>
              <a:defRPr sz="1430" b="1"/>
            </a:lvl7pPr>
            <a:lvl8pPr marL="2856230" indent="0">
              <a:buNone/>
              <a:defRPr sz="1430" b="1"/>
            </a:lvl8pPr>
            <a:lvl9pPr marL="3263900" indent="0">
              <a:buNone/>
              <a:defRPr sz="143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6500" y="2235500"/>
            <a:ext cx="5203594" cy="32880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3094" y="408000"/>
            <a:ext cx="3947718" cy="1428000"/>
          </a:xfrm>
        </p:spPr>
        <p:txBody>
          <a:bodyPr anchor="b"/>
          <a:lstStyle>
            <a:lvl1pPr>
              <a:defRPr sz="285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203594" y="881167"/>
            <a:ext cx="6196500" cy="4349167"/>
          </a:xfrm>
        </p:spPr>
        <p:txBody>
          <a:bodyPr/>
          <a:lstStyle>
            <a:lvl1pPr>
              <a:defRPr sz="2855"/>
            </a:lvl1pPr>
            <a:lvl2pPr>
              <a:defRPr sz="2500"/>
            </a:lvl2pPr>
            <a:lvl3pPr>
              <a:defRPr sz="2140"/>
            </a:lvl3pPr>
            <a:lvl4pPr>
              <a:defRPr sz="1785"/>
            </a:lvl4pPr>
            <a:lvl5pPr>
              <a:defRPr sz="1785"/>
            </a:lvl5pPr>
            <a:lvl6pPr>
              <a:defRPr sz="1785"/>
            </a:lvl6pPr>
            <a:lvl7pPr>
              <a:defRPr sz="1785"/>
            </a:lvl7pPr>
            <a:lvl8pPr>
              <a:defRPr sz="1785"/>
            </a:lvl8pPr>
            <a:lvl9pPr>
              <a:defRPr sz="178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43094" y="1836000"/>
            <a:ext cx="3947718" cy="3401417"/>
          </a:xfrm>
        </p:spPr>
        <p:txBody>
          <a:bodyPr/>
          <a:lstStyle>
            <a:lvl1pPr marL="0" indent="0">
              <a:buNone/>
              <a:defRPr sz="1430"/>
            </a:lvl1pPr>
            <a:lvl2pPr marL="408305" indent="0">
              <a:buNone/>
              <a:defRPr sz="1250"/>
            </a:lvl2pPr>
            <a:lvl3pPr marL="815975" indent="0">
              <a:buNone/>
              <a:defRPr sz="1070"/>
            </a:lvl3pPr>
            <a:lvl4pPr marL="1224280" indent="0">
              <a:buNone/>
              <a:defRPr sz="890"/>
            </a:lvl4pPr>
            <a:lvl5pPr marL="1631950" indent="0">
              <a:buNone/>
              <a:defRPr sz="890"/>
            </a:lvl5pPr>
            <a:lvl6pPr marL="2040255" indent="0">
              <a:buNone/>
              <a:defRPr sz="890"/>
            </a:lvl6pPr>
            <a:lvl7pPr marL="2447925" indent="0">
              <a:buNone/>
              <a:defRPr sz="890"/>
            </a:lvl7pPr>
            <a:lvl8pPr marL="2856230" indent="0">
              <a:buNone/>
              <a:defRPr sz="890"/>
            </a:lvl8pPr>
            <a:lvl9pPr marL="3263900" indent="0">
              <a:buNone/>
              <a:defRPr sz="89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3094" y="408000"/>
            <a:ext cx="3947718" cy="1428000"/>
          </a:xfrm>
        </p:spPr>
        <p:txBody>
          <a:bodyPr anchor="b"/>
          <a:lstStyle>
            <a:lvl1pPr>
              <a:defRPr sz="285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203594" y="881167"/>
            <a:ext cx="6196500" cy="4349167"/>
          </a:xfrm>
        </p:spPr>
        <p:txBody>
          <a:bodyPr/>
          <a:lstStyle>
            <a:lvl1pPr marL="0" indent="0">
              <a:buNone/>
              <a:defRPr sz="2855"/>
            </a:lvl1pPr>
            <a:lvl2pPr marL="408305" indent="0">
              <a:buNone/>
              <a:defRPr sz="2500"/>
            </a:lvl2pPr>
            <a:lvl3pPr marL="815975" indent="0">
              <a:buNone/>
              <a:defRPr sz="2140"/>
            </a:lvl3pPr>
            <a:lvl4pPr marL="1224280" indent="0">
              <a:buNone/>
              <a:defRPr sz="1785"/>
            </a:lvl4pPr>
            <a:lvl5pPr marL="1631950" indent="0">
              <a:buNone/>
              <a:defRPr sz="1785"/>
            </a:lvl5pPr>
            <a:lvl6pPr marL="2040255" indent="0">
              <a:buNone/>
              <a:defRPr sz="1785"/>
            </a:lvl6pPr>
            <a:lvl7pPr marL="2447925" indent="0">
              <a:buNone/>
              <a:defRPr sz="1785"/>
            </a:lvl7pPr>
            <a:lvl8pPr marL="2856230" indent="0">
              <a:buNone/>
              <a:defRPr sz="1785"/>
            </a:lvl8pPr>
            <a:lvl9pPr marL="3263900" indent="0">
              <a:buNone/>
              <a:defRPr sz="178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43094" y="1836000"/>
            <a:ext cx="3947718" cy="3401417"/>
          </a:xfrm>
        </p:spPr>
        <p:txBody>
          <a:bodyPr/>
          <a:lstStyle>
            <a:lvl1pPr marL="0" indent="0">
              <a:buNone/>
              <a:defRPr sz="1430"/>
            </a:lvl1pPr>
            <a:lvl2pPr marL="408305" indent="0">
              <a:buNone/>
              <a:defRPr sz="1250"/>
            </a:lvl2pPr>
            <a:lvl3pPr marL="815975" indent="0">
              <a:buNone/>
              <a:defRPr sz="1070"/>
            </a:lvl3pPr>
            <a:lvl4pPr marL="1224280" indent="0">
              <a:buNone/>
              <a:defRPr sz="890"/>
            </a:lvl4pPr>
            <a:lvl5pPr marL="1631950" indent="0">
              <a:buNone/>
              <a:defRPr sz="890"/>
            </a:lvl5pPr>
            <a:lvl6pPr marL="2040255" indent="0">
              <a:buNone/>
              <a:defRPr sz="890"/>
            </a:lvl6pPr>
            <a:lvl7pPr marL="2447925" indent="0">
              <a:buNone/>
              <a:defRPr sz="890"/>
            </a:lvl7pPr>
            <a:lvl8pPr marL="2856230" indent="0">
              <a:buNone/>
              <a:defRPr sz="890"/>
            </a:lvl8pPr>
            <a:lvl9pPr marL="3263900" indent="0">
              <a:buNone/>
              <a:defRPr sz="89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59250" y="325833"/>
            <a:ext cx="2639250" cy="5186417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41500" y="325833"/>
            <a:ext cx="7764750" cy="5186417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41500" y="325833"/>
            <a:ext cx="10557000" cy="1182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41500" y="1629167"/>
            <a:ext cx="10557000" cy="38830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41500" y="5672333"/>
            <a:ext cx="2754000" cy="325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54500" y="5672333"/>
            <a:ext cx="4131000" cy="325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44500" y="5672333"/>
            <a:ext cx="2754000" cy="325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15975" rtl="0" eaLnBrk="1" latinLnBrk="0" hangingPunct="1">
        <a:lnSpc>
          <a:spcPct val="90000"/>
        </a:lnSpc>
        <a:spcBef>
          <a:spcPct val="0"/>
        </a:spcBef>
        <a:buNone/>
        <a:defRPr sz="39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835" indent="-203835" algn="l" defTabSz="815975" rtl="0" eaLnBrk="1" latinLnBrk="0" hangingPunct="1">
        <a:lnSpc>
          <a:spcPct val="90000"/>
        </a:lnSpc>
        <a:spcBef>
          <a:spcPct val="179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1pPr>
      <a:lvl2pPr marL="612140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2140" kern="1200">
          <a:solidFill>
            <a:schemeClr val="tx1"/>
          </a:solidFill>
          <a:latin typeface="+mn-lt"/>
          <a:ea typeface="+mn-ea"/>
          <a:cs typeface="+mn-cs"/>
        </a:defRPr>
      </a:lvl2pPr>
      <a:lvl3pPr marL="1019810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785" kern="1200">
          <a:solidFill>
            <a:schemeClr val="tx1"/>
          </a:solidFill>
          <a:latin typeface="+mn-lt"/>
          <a:ea typeface="+mn-ea"/>
          <a:cs typeface="+mn-cs"/>
        </a:defRPr>
      </a:lvl3pPr>
      <a:lvl4pPr marL="1428115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835785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244090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651760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3060065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467735" indent="-203835" algn="l" defTabSz="815975" rtl="0" eaLnBrk="1" latinLnBrk="0" hangingPunct="1">
        <a:lnSpc>
          <a:spcPct val="90000"/>
        </a:lnSpc>
        <a:spcBef>
          <a:spcPts val="445"/>
        </a:spcBef>
        <a:buFont typeface="Arial" panose="020B0604020202020204" pitchFamily="34" charset="0"/>
        <a:buChar char="•"/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1pPr>
      <a:lvl2pPr marL="408305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2pPr>
      <a:lvl3pPr marL="815975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3pPr>
      <a:lvl4pPr marL="1224280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4pPr>
      <a:lvl5pPr marL="1631950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5pPr>
      <a:lvl6pPr marL="2040255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6pPr>
      <a:lvl7pPr marL="2447925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7pPr>
      <a:lvl8pPr marL="2856230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8pPr>
      <a:lvl9pPr marL="3263900" algn="l" defTabSz="815975" rtl="0" eaLnBrk="1" latinLnBrk="0" hangingPunct="1">
        <a:defRPr sz="16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 16"/>
          <p:cNvSpPr/>
          <p:nvPr/>
        </p:nvSpPr>
        <p:spPr>
          <a:xfrm>
            <a:off x="8192770" y="645160"/>
            <a:ext cx="3939540" cy="5368925"/>
          </a:xfrm>
          <a:prstGeom prst="rect">
            <a:avLst/>
          </a:prstGeom>
          <a:solidFill>
            <a:srgbClr val="E6F1E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16" name="矩形 15"/>
          <p:cNvSpPr/>
          <p:nvPr/>
        </p:nvSpPr>
        <p:spPr>
          <a:xfrm>
            <a:off x="4555490" y="645160"/>
            <a:ext cx="3289935" cy="5368925"/>
          </a:xfrm>
          <a:prstGeom prst="rect">
            <a:avLst/>
          </a:prstGeom>
          <a:solidFill>
            <a:srgbClr val="FBEDE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15" name="矩形 14"/>
          <p:cNvSpPr/>
          <p:nvPr/>
        </p:nvSpPr>
        <p:spPr>
          <a:xfrm>
            <a:off x="106045" y="645160"/>
            <a:ext cx="3939540" cy="5368925"/>
          </a:xfrm>
          <a:prstGeom prst="rect">
            <a:avLst/>
          </a:prstGeom>
          <a:solidFill>
            <a:srgbClr val="E5EFF8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" y="1047115"/>
            <a:ext cx="751205" cy="4476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985" y="868680"/>
            <a:ext cx="744855" cy="325755"/>
          </a:xfrm>
          <a:prstGeom prst="rect">
            <a:avLst/>
          </a:prstGeom>
        </p:spPr>
      </p:pic>
      <p:cxnSp>
        <p:nvCxnSpPr>
          <p:cNvPr id="8" name="直接箭头连接符 7"/>
          <p:cNvCxnSpPr/>
          <p:nvPr/>
        </p:nvCxnSpPr>
        <p:spPr>
          <a:xfrm flipV="1">
            <a:off x="904875" y="1276350"/>
            <a:ext cx="725170" cy="889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106045" y="81280"/>
            <a:ext cx="3939540" cy="563880"/>
          </a:xfrm>
          <a:prstGeom prst="rect">
            <a:avLst/>
          </a:prstGeom>
          <a:solidFill>
            <a:srgbClr val="BBD6EB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605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Step1:</a:t>
            </a:r>
            <a:r>
              <a:rPr lang="zh-CN" altLang="en-US" sz="16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眼动时序优化窗口划分与识别模块</a:t>
            </a:r>
            <a:endParaRPr lang="zh-CN" altLang="en-US" sz="16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4555490" y="81280"/>
            <a:ext cx="3290570" cy="563880"/>
          </a:xfrm>
          <a:prstGeom prst="rect">
            <a:avLst/>
          </a:prstGeom>
          <a:solidFill>
            <a:srgbClr val="F7CAAB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605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Step2</a:t>
            </a:r>
            <a:r>
              <a:rPr lang="zh-CN" altLang="en-US" sz="1605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：</a:t>
            </a:r>
            <a:r>
              <a:rPr lang="zh-CN" altLang="en-US" sz="16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视觉感知建模模块</a:t>
            </a:r>
            <a:endParaRPr lang="zh-CN" altLang="en-US" sz="16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8192770" y="81280"/>
            <a:ext cx="3939540" cy="563880"/>
          </a:xfrm>
          <a:prstGeom prst="rect">
            <a:avLst/>
          </a:prstGeom>
          <a:solidFill>
            <a:srgbClr val="C5DFB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605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Step3</a:t>
            </a:r>
            <a:r>
              <a:rPr lang="zh-CN" altLang="en-US" sz="1605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：动态分辨率渲染执行模块</a:t>
            </a:r>
            <a:endParaRPr lang="zh-CN" altLang="en-US" sz="1605"/>
          </a:p>
        </p:txBody>
      </p:sp>
      <p:sp>
        <p:nvSpPr>
          <p:cNvPr id="20" name="矩形 19"/>
          <p:cNvSpPr/>
          <p:nvPr/>
        </p:nvSpPr>
        <p:spPr>
          <a:xfrm>
            <a:off x="1638935" y="832485"/>
            <a:ext cx="2296160" cy="894080"/>
          </a:xfrm>
          <a:prstGeom prst="rect">
            <a:avLst/>
          </a:prstGeom>
          <a:solidFill>
            <a:srgbClr val="BBD6EB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24" name="文本框 23"/>
          <p:cNvSpPr txBox="1"/>
          <p:nvPr/>
        </p:nvSpPr>
        <p:spPr>
          <a:xfrm>
            <a:off x="2052955" y="841375"/>
            <a:ext cx="1564640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信号预处理模块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1718310" y="1194435"/>
            <a:ext cx="1014095" cy="467995"/>
          </a:xfrm>
          <a:prstGeom prst="roundRect">
            <a:avLst>
              <a:gd name="adj" fmla="val 5430"/>
            </a:avLst>
          </a:prstGeom>
          <a:solidFill>
            <a:srgbClr val="E5EFF8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瞬时角速度计算器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2" name="圆角矩形 21"/>
          <p:cNvSpPr/>
          <p:nvPr/>
        </p:nvSpPr>
        <p:spPr>
          <a:xfrm>
            <a:off x="2850515" y="1184910"/>
            <a:ext cx="1014095" cy="467995"/>
          </a:xfrm>
          <a:prstGeom prst="roundRect">
            <a:avLst>
              <a:gd name="adj" fmla="val 5430"/>
            </a:avLst>
          </a:prstGeom>
          <a:solidFill>
            <a:srgbClr val="E5EFF8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注视点坐标提取器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400685" y="1866900"/>
            <a:ext cx="1270000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原始眼动信号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302895" y="2416175"/>
            <a:ext cx="3671570" cy="3470910"/>
          </a:xfrm>
          <a:prstGeom prst="rect">
            <a:avLst/>
          </a:prstGeom>
          <a:solidFill>
            <a:srgbClr val="BBD6EB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805"/>
              <a:t> </a:t>
            </a:r>
            <a:endParaRPr lang="en-US" altLang="zh-CN" sz="1805"/>
          </a:p>
        </p:txBody>
      </p:sp>
      <p:sp>
        <p:nvSpPr>
          <p:cNvPr id="25" name="文本框 24"/>
          <p:cNvSpPr txBox="1"/>
          <p:nvPr/>
        </p:nvSpPr>
        <p:spPr>
          <a:xfrm>
            <a:off x="1073785" y="2534285"/>
            <a:ext cx="200342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双重阈值事件检测模块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-37465" y="688340"/>
            <a:ext cx="1466215" cy="3409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眼动追踪设备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765175" y="3500120"/>
            <a:ext cx="953135" cy="467995"/>
          </a:xfrm>
          <a:prstGeom prst="roundRect">
            <a:avLst>
              <a:gd name="adj" fmla="val 5430"/>
            </a:avLst>
          </a:prstGeom>
          <a:solidFill>
            <a:srgbClr val="E5EFF8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扫视开始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检测器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2167890" y="3012440"/>
            <a:ext cx="1731645" cy="2690495"/>
          </a:xfrm>
          <a:prstGeom prst="roundRect">
            <a:avLst>
              <a:gd name="adj" fmla="val 1095"/>
            </a:avLst>
          </a:prstGeom>
          <a:solidFill>
            <a:srgbClr val="DBEEF4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5"/>
          </a:p>
        </p:txBody>
      </p:sp>
      <p:sp>
        <p:nvSpPr>
          <p:cNvPr id="39" name="圆角矩形 38"/>
          <p:cNvSpPr/>
          <p:nvPr/>
        </p:nvSpPr>
        <p:spPr>
          <a:xfrm>
            <a:off x="2548255" y="3331210"/>
            <a:ext cx="1182370" cy="454660"/>
          </a:xfrm>
          <a:prstGeom prst="roundRect">
            <a:avLst>
              <a:gd name="adj" fmla="val 543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稳定注视态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2548255" y="4225290"/>
            <a:ext cx="1182370" cy="454660"/>
          </a:xfrm>
          <a:prstGeom prst="roundRect">
            <a:avLst>
              <a:gd name="adj" fmla="val 543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扫视状态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2548255" y="5069840"/>
            <a:ext cx="1182370" cy="454660"/>
          </a:xfrm>
          <a:prstGeom prst="roundRect">
            <a:avLst>
              <a:gd name="adj" fmla="val 543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扫视恢复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状态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164715" y="3570605"/>
            <a:ext cx="447040" cy="16084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时序窗口状态机</a:t>
            </a:r>
            <a:endParaRPr lang="zh-CN" altLang="en-US" sz="1405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cxnSp>
        <p:nvCxnSpPr>
          <p:cNvPr id="46" name="直接箭头连接符 45"/>
          <p:cNvCxnSpPr>
            <a:stCxn id="39" idx="2"/>
            <a:endCxn id="40" idx="0"/>
          </p:cNvCxnSpPr>
          <p:nvPr/>
        </p:nvCxnSpPr>
        <p:spPr>
          <a:xfrm>
            <a:off x="3140075" y="3785870"/>
            <a:ext cx="0" cy="43942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7" name="直接箭头连接符 46"/>
          <p:cNvCxnSpPr>
            <a:stCxn id="40" idx="2"/>
            <a:endCxn id="41" idx="0"/>
          </p:cNvCxnSpPr>
          <p:nvPr/>
        </p:nvCxnSpPr>
        <p:spPr>
          <a:xfrm>
            <a:off x="3140075" y="4679315"/>
            <a:ext cx="0" cy="38989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4" name="肘形连接符 63"/>
          <p:cNvCxnSpPr>
            <a:endCxn id="34" idx="1"/>
          </p:cNvCxnSpPr>
          <p:nvPr/>
        </p:nvCxnSpPr>
        <p:spPr>
          <a:xfrm rot="5400000" flipV="1">
            <a:off x="-511175" y="2458085"/>
            <a:ext cx="2230120" cy="321945"/>
          </a:xfrm>
          <a:prstGeom prst="bentConnector2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5" name="肘形连接符 64"/>
          <p:cNvCxnSpPr/>
          <p:nvPr/>
        </p:nvCxnSpPr>
        <p:spPr>
          <a:xfrm rot="5400000" flipV="1">
            <a:off x="-1162050" y="3131185"/>
            <a:ext cx="3542030" cy="329565"/>
          </a:xfrm>
          <a:prstGeom prst="bentConnector2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7" name="矩形 66"/>
          <p:cNvSpPr/>
          <p:nvPr/>
        </p:nvSpPr>
        <p:spPr>
          <a:xfrm>
            <a:off x="4757420" y="835660"/>
            <a:ext cx="1121410" cy="2663825"/>
          </a:xfrm>
          <a:prstGeom prst="rect">
            <a:avLst/>
          </a:prstGeom>
          <a:solidFill>
            <a:srgbClr val="F7CBAE"/>
          </a:solidFill>
          <a:ln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68" name="圆角矩形 67"/>
          <p:cNvSpPr/>
          <p:nvPr/>
        </p:nvSpPr>
        <p:spPr>
          <a:xfrm>
            <a:off x="4838700" y="1333500"/>
            <a:ext cx="944245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</a:rPr>
              <a:t>亮度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0" name="圆角矩形 69"/>
          <p:cNvSpPr/>
          <p:nvPr/>
        </p:nvSpPr>
        <p:spPr>
          <a:xfrm>
            <a:off x="4838700" y="1687830"/>
            <a:ext cx="944245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色彩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1" name="圆角矩形 70"/>
          <p:cNvSpPr/>
          <p:nvPr/>
        </p:nvSpPr>
        <p:spPr>
          <a:xfrm>
            <a:off x="4838700" y="2039620"/>
            <a:ext cx="944880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刺激面积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2" name="圆角矩形 71"/>
          <p:cNvSpPr/>
          <p:nvPr/>
        </p:nvSpPr>
        <p:spPr>
          <a:xfrm>
            <a:off x="4838700" y="2381885"/>
            <a:ext cx="944245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偏心度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3" name="圆角矩形 72"/>
          <p:cNvSpPr/>
          <p:nvPr/>
        </p:nvSpPr>
        <p:spPr>
          <a:xfrm>
            <a:off x="4838700" y="2743200"/>
            <a:ext cx="944880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空间频率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4" name="圆角矩形 73"/>
          <p:cNvSpPr/>
          <p:nvPr/>
        </p:nvSpPr>
        <p:spPr>
          <a:xfrm>
            <a:off x="4838700" y="3092450"/>
            <a:ext cx="944245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时间频率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4876800" y="953135"/>
            <a:ext cx="96456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静态参数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4757420" y="3785870"/>
            <a:ext cx="1121410" cy="1820545"/>
          </a:xfrm>
          <a:prstGeom prst="rect">
            <a:avLst/>
          </a:prstGeom>
          <a:solidFill>
            <a:srgbClr val="F7CBAE"/>
          </a:solidFill>
          <a:ln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77" name="圆角矩形 76"/>
          <p:cNvSpPr/>
          <p:nvPr/>
        </p:nvSpPr>
        <p:spPr>
          <a:xfrm>
            <a:off x="4838700" y="5161280"/>
            <a:ext cx="964565" cy="26225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眼动状态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4876165" y="3917315"/>
            <a:ext cx="96456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动态参数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4829175" y="4312920"/>
            <a:ext cx="974725" cy="568325"/>
          </a:xfrm>
          <a:prstGeom prst="roundRect">
            <a:avLst>
              <a:gd name="adj" fmla="val 5430"/>
            </a:avLst>
          </a:prstGeom>
          <a:solidFill>
            <a:srgbClr val="FBED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扫视后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zh-CN" altLang="en-US" sz="140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时间</a:t>
            </a:r>
            <a:endParaRPr lang="zh-CN" altLang="en-US" sz="140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cxnSp>
        <p:nvCxnSpPr>
          <p:cNvPr id="80" name="肘形连接符 79"/>
          <p:cNvCxnSpPr>
            <a:stCxn id="20" idx="3"/>
            <a:endCxn id="68" idx="1"/>
          </p:cNvCxnSpPr>
          <p:nvPr/>
        </p:nvCxnSpPr>
        <p:spPr>
          <a:xfrm>
            <a:off x="3935095" y="1279525"/>
            <a:ext cx="903605" cy="185420"/>
          </a:xfrm>
          <a:prstGeom prst="bentConnector3">
            <a:avLst>
              <a:gd name="adj1" fmla="val 50035"/>
            </a:avLst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" name="肘形连接符 81"/>
          <p:cNvCxnSpPr>
            <a:stCxn id="20" idx="3"/>
            <a:endCxn id="70" idx="1"/>
          </p:cNvCxnSpPr>
          <p:nvPr/>
        </p:nvCxnSpPr>
        <p:spPr>
          <a:xfrm>
            <a:off x="3935095" y="1279525"/>
            <a:ext cx="903605" cy="539750"/>
          </a:xfrm>
          <a:prstGeom prst="bentConnector3">
            <a:avLst>
              <a:gd name="adj1" fmla="val 50035"/>
            </a:avLst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4" name="肘形连接符 83"/>
          <p:cNvCxnSpPr>
            <a:stCxn id="20" idx="3"/>
            <a:endCxn id="71" idx="1"/>
          </p:cNvCxnSpPr>
          <p:nvPr/>
        </p:nvCxnSpPr>
        <p:spPr>
          <a:xfrm>
            <a:off x="3935095" y="1279525"/>
            <a:ext cx="903605" cy="891540"/>
          </a:xfrm>
          <a:prstGeom prst="bentConnector3">
            <a:avLst>
              <a:gd name="adj1" fmla="val 50035"/>
            </a:avLst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20" idx="3"/>
            <a:endCxn id="73" idx="1"/>
          </p:cNvCxnSpPr>
          <p:nvPr/>
        </p:nvCxnSpPr>
        <p:spPr>
          <a:xfrm>
            <a:off x="3935095" y="1279525"/>
            <a:ext cx="903605" cy="1595120"/>
          </a:xfrm>
          <a:prstGeom prst="bentConnector3">
            <a:avLst>
              <a:gd name="adj1" fmla="val 50035"/>
            </a:avLst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8" name="肘形连接符 87"/>
          <p:cNvCxnSpPr>
            <a:stCxn id="20" idx="3"/>
            <a:endCxn id="74" idx="1"/>
          </p:cNvCxnSpPr>
          <p:nvPr/>
        </p:nvCxnSpPr>
        <p:spPr>
          <a:xfrm>
            <a:off x="3935095" y="1279525"/>
            <a:ext cx="903605" cy="1944370"/>
          </a:xfrm>
          <a:prstGeom prst="bentConnector3">
            <a:avLst>
              <a:gd name="adj1" fmla="val 50035"/>
            </a:avLst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0" name="肘形连接符 89"/>
          <p:cNvCxnSpPr/>
          <p:nvPr/>
        </p:nvCxnSpPr>
        <p:spPr>
          <a:xfrm>
            <a:off x="4011930" y="1278890"/>
            <a:ext cx="735965" cy="341693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endCxn id="72" idx="1"/>
          </p:cNvCxnSpPr>
          <p:nvPr/>
        </p:nvCxnSpPr>
        <p:spPr>
          <a:xfrm flipV="1">
            <a:off x="4388485" y="2513330"/>
            <a:ext cx="450215" cy="635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5" name="肘形连接符 94"/>
          <p:cNvCxnSpPr>
            <a:stCxn id="39" idx="3"/>
            <a:endCxn id="77" idx="1"/>
          </p:cNvCxnSpPr>
          <p:nvPr/>
        </p:nvCxnSpPr>
        <p:spPr>
          <a:xfrm>
            <a:off x="3730625" y="3558540"/>
            <a:ext cx="1108075" cy="1734185"/>
          </a:xfrm>
          <a:prstGeom prst="bentConnector3">
            <a:avLst>
              <a:gd name="adj1" fmla="val 50029"/>
            </a:avLst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41" idx="3"/>
            <a:endCxn id="77" idx="1"/>
          </p:cNvCxnSpPr>
          <p:nvPr/>
        </p:nvCxnSpPr>
        <p:spPr>
          <a:xfrm flipV="1">
            <a:off x="3730625" y="5292725"/>
            <a:ext cx="1108075" cy="444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0" name="肘形连接符 99"/>
          <p:cNvCxnSpPr>
            <a:stCxn id="40" idx="3"/>
            <a:endCxn id="77" idx="1"/>
          </p:cNvCxnSpPr>
          <p:nvPr/>
        </p:nvCxnSpPr>
        <p:spPr>
          <a:xfrm>
            <a:off x="3730625" y="4452620"/>
            <a:ext cx="1108075" cy="840105"/>
          </a:xfrm>
          <a:prstGeom prst="bentConnector3">
            <a:avLst>
              <a:gd name="adj1" fmla="val 50029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6250940" y="832485"/>
            <a:ext cx="1370330" cy="4773295"/>
          </a:xfrm>
          <a:prstGeom prst="rect">
            <a:avLst/>
          </a:prstGeom>
          <a:solidFill>
            <a:srgbClr val="F7CBAE"/>
          </a:solidFill>
          <a:ln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103" name="文本框 102"/>
          <p:cNvSpPr txBox="1"/>
          <p:nvPr/>
        </p:nvSpPr>
        <p:spPr>
          <a:xfrm>
            <a:off x="6250940" y="2766695"/>
            <a:ext cx="1370330" cy="9582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5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castleCSF-TS</a:t>
            </a:r>
            <a:endParaRPr lang="en-US" altLang="zh-CN" sz="1405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  <a:p>
            <a:pPr algn="ctr"/>
            <a:endParaRPr lang="en-US" altLang="zh-CN" sz="1405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  <a:p>
            <a:pPr algn="ctr"/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视觉感知模型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algn="ctr"/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输出阈值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cxnSp>
        <p:nvCxnSpPr>
          <p:cNvPr id="105" name="肘形连接符 104"/>
          <p:cNvCxnSpPr>
            <a:stCxn id="67" idx="3"/>
            <a:endCxn id="101" idx="1"/>
          </p:cNvCxnSpPr>
          <p:nvPr/>
        </p:nvCxnSpPr>
        <p:spPr>
          <a:xfrm>
            <a:off x="5878830" y="2167890"/>
            <a:ext cx="372110" cy="1051560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6" name="肘形连接符 105"/>
          <p:cNvCxnSpPr>
            <a:stCxn id="76" idx="3"/>
            <a:endCxn id="101" idx="1"/>
          </p:cNvCxnSpPr>
          <p:nvPr/>
        </p:nvCxnSpPr>
        <p:spPr>
          <a:xfrm flipV="1">
            <a:off x="5878830" y="3219450"/>
            <a:ext cx="372110" cy="1477010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8329295" y="832485"/>
            <a:ext cx="3722370" cy="2010410"/>
          </a:xfrm>
          <a:prstGeom prst="rect">
            <a:avLst/>
          </a:prstGeom>
          <a:solidFill>
            <a:srgbClr val="C5DEB6"/>
          </a:solidFill>
          <a:ln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108" name="圆角矩形 107"/>
          <p:cNvSpPr/>
          <p:nvPr/>
        </p:nvSpPr>
        <p:spPr>
          <a:xfrm>
            <a:off x="8552815" y="1218565"/>
            <a:ext cx="3298825" cy="392430"/>
          </a:xfrm>
          <a:prstGeom prst="roundRect">
            <a:avLst>
              <a:gd name="adj" fmla="val 5430"/>
            </a:avLst>
          </a:prstGeom>
          <a:solidFill>
            <a:srgbClr val="E6F1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视觉敏感度阈值计算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圆角矩形 109"/>
          <p:cNvSpPr/>
          <p:nvPr/>
        </p:nvSpPr>
        <p:spPr>
          <a:xfrm>
            <a:off x="8552815" y="1778000"/>
            <a:ext cx="3298825" cy="392430"/>
          </a:xfrm>
          <a:prstGeom prst="roundRect">
            <a:avLst>
              <a:gd name="adj" fmla="val 5430"/>
            </a:avLst>
          </a:prstGeom>
          <a:solidFill>
            <a:srgbClr val="E6F1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分辨率缩放因子映射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圆角矩形 110"/>
          <p:cNvSpPr/>
          <p:nvPr/>
        </p:nvSpPr>
        <p:spPr>
          <a:xfrm>
            <a:off x="8552815" y="2335530"/>
            <a:ext cx="3298825" cy="392430"/>
          </a:xfrm>
          <a:prstGeom prst="roundRect">
            <a:avLst>
              <a:gd name="adj" fmla="val 5430"/>
            </a:avLst>
          </a:prstGeom>
          <a:solidFill>
            <a:srgbClr val="E6F1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中央凹区域动态定义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9451340" y="848360"/>
            <a:ext cx="221678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分辨率映射模块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8329295" y="3092450"/>
            <a:ext cx="3722370" cy="1132840"/>
          </a:xfrm>
          <a:prstGeom prst="rect">
            <a:avLst/>
          </a:prstGeom>
          <a:solidFill>
            <a:srgbClr val="C5DEB6"/>
          </a:solidFill>
          <a:ln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5"/>
          </a:p>
        </p:txBody>
      </p:sp>
      <p:sp>
        <p:nvSpPr>
          <p:cNvPr id="114" name="文本框 113"/>
          <p:cNvSpPr txBox="1"/>
          <p:nvPr/>
        </p:nvSpPr>
        <p:spPr>
          <a:xfrm>
            <a:off x="9393555" y="3137535"/>
            <a:ext cx="221678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渲染管线调度模块</a:t>
            </a:r>
            <a:endParaRPr lang="zh-CN" altLang="en-US" sz="1405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15" name="圆角矩形 114"/>
          <p:cNvSpPr/>
          <p:nvPr/>
        </p:nvSpPr>
        <p:spPr>
          <a:xfrm>
            <a:off x="8426450" y="3500120"/>
            <a:ext cx="1023620" cy="554355"/>
          </a:xfrm>
          <a:prstGeom prst="roundRect">
            <a:avLst>
              <a:gd name="adj" fmla="val 5430"/>
            </a:avLst>
          </a:prstGeom>
          <a:solidFill>
            <a:srgbClr val="E6F1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扫视期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渲染策略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6" name="圆角矩形 115"/>
          <p:cNvSpPr/>
          <p:nvPr/>
        </p:nvSpPr>
        <p:spPr>
          <a:xfrm>
            <a:off x="9635490" y="3500120"/>
            <a:ext cx="1051560" cy="554355"/>
          </a:xfrm>
          <a:prstGeom prst="roundRect">
            <a:avLst>
              <a:gd name="adj" fmla="val 5430"/>
            </a:avLst>
          </a:prstGeom>
          <a:solidFill>
            <a:srgbClr val="E6F1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恢复期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渲染策略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7" name="圆角矩形 116"/>
          <p:cNvSpPr/>
          <p:nvPr/>
        </p:nvSpPr>
        <p:spPr>
          <a:xfrm>
            <a:off x="10894695" y="3500120"/>
            <a:ext cx="1051560" cy="554355"/>
          </a:xfrm>
          <a:prstGeom prst="roundRect">
            <a:avLst>
              <a:gd name="adj" fmla="val 5430"/>
            </a:avLst>
          </a:prstGeom>
          <a:solidFill>
            <a:srgbClr val="E6F1E0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帧间平滑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过渡算法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118" name="图片 1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0690" y="4464050"/>
            <a:ext cx="1723390" cy="1104265"/>
          </a:xfrm>
          <a:prstGeom prst="rect">
            <a:avLst/>
          </a:prstGeom>
        </p:spPr>
      </p:pic>
      <p:sp>
        <p:nvSpPr>
          <p:cNvPr id="120" name="文本框 119"/>
          <p:cNvSpPr txBox="1"/>
          <p:nvPr/>
        </p:nvSpPr>
        <p:spPr>
          <a:xfrm>
            <a:off x="9549130" y="5558155"/>
            <a:ext cx="178625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5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高质量渲染输出</a:t>
            </a:r>
            <a:endParaRPr lang="zh-CN" altLang="en-US" sz="1405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cxnSp>
        <p:nvCxnSpPr>
          <p:cNvPr id="123" name="直接箭头连接符 122"/>
          <p:cNvCxnSpPr>
            <a:stCxn id="107" idx="2"/>
            <a:endCxn id="113" idx="0"/>
          </p:cNvCxnSpPr>
          <p:nvPr/>
        </p:nvCxnSpPr>
        <p:spPr>
          <a:xfrm>
            <a:off x="10190480" y="2842895"/>
            <a:ext cx="0" cy="24955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>
            <a:stCxn id="113" idx="2"/>
            <a:endCxn id="118" idx="0"/>
          </p:cNvCxnSpPr>
          <p:nvPr/>
        </p:nvCxnSpPr>
        <p:spPr>
          <a:xfrm>
            <a:off x="10190480" y="4225290"/>
            <a:ext cx="1905" cy="238760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/>
          <p:nvPr/>
        </p:nvCxnSpPr>
        <p:spPr>
          <a:xfrm>
            <a:off x="7846060" y="3339465"/>
            <a:ext cx="346710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1640205" y="3366770"/>
                <a:ext cx="640080" cy="3384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𝑠𝑡𝑎𝑟𝑡</m:t>
                          </m:r>
                        </m:sub>
                      </m:sSub>
                    </m:oMath>
                  </m:oMathPara>
                </a14:m>
                <a:endParaRPr lang="zh-CN" altLang="en-US" sz="1605" i="1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0205" y="3366770"/>
                <a:ext cx="640080" cy="33845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圆角矩形 9"/>
          <p:cNvSpPr/>
          <p:nvPr/>
        </p:nvSpPr>
        <p:spPr>
          <a:xfrm>
            <a:off x="765175" y="4829175"/>
            <a:ext cx="953135" cy="467995"/>
          </a:xfrm>
          <a:prstGeom prst="roundRect">
            <a:avLst>
              <a:gd name="adj" fmla="val 5430"/>
            </a:avLst>
          </a:prstGeom>
          <a:solidFill>
            <a:srgbClr val="E5EFF8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扫视结束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405">
                <a:latin typeface="宋体" panose="02010600030101010101" pitchFamily="2" charset="-122"/>
                <a:ea typeface="宋体" panose="02010600030101010101" pitchFamily="2" charset="-122"/>
              </a:rPr>
              <a:t>检测器</a:t>
            </a:r>
            <a:endParaRPr lang="zh-CN" altLang="en-US" sz="1405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1" name="直接箭头连接符 10"/>
          <p:cNvCxnSpPr/>
          <p:nvPr/>
        </p:nvCxnSpPr>
        <p:spPr>
          <a:xfrm flipV="1">
            <a:off x="1736090" y="3719830"/>
            <a:ext cx="402590" cy="317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箭头连接符 11"/>
          <p:cNvCxnSpPr/>
          <p:nvPr/>
        </p:nvCxnSpPr>
        <p:spPr>
          <a:xfrm flipV="1">
            <a:off x="1718310" y="5073015"/>
            <a:ext cx="402590" cy="317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本框 17"/>
              <p:cNvSpPr txBox="1"/>
              <p:nvPr/>
            </p:nvSpPr>
            <p:spPr>
              <a:xfrm>
                <a:off x="1657985" y="4732020"/>
                <a:ext cx="609600" cy="3384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𝑙𝑎𝑛𝑑</m:t>
                          </m:r>
                        </m:sub>
                      </m:sSub>
                    </m:oMath>
                  </m:oMathPara>
                </a14:m>
                <a:endParaRPr lang="zh-CN" altLang="en-US" sz="1605" i="1"/>
              </a:p>
            </p:txBody>
          </p:sp>
        </mc:Choice>
        <mc:Fallback>
          <p:sp>
            <p:nvSpPr>
              <p:cNvPr id="18" name="文本框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7985" y="4732020"/>
                <a:ext cx="609600" cy="33845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本框 18"/>
              <p:cNvSpPr txBox="1"/>
              <p:nvPr/>
            </p:nvSpPr>
            <p:spPr>
              <a:xfrm>
                <a:off x="3126740" y="4692650"/>
                <a:ext cx="609600" cy="3384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𝑙𝑎𝑛𝑑</m:t>
                          </m:r>
                        </m:sub>
                      </m:sSub>
                    </m:oMath>
                  </m:oMathPara>
                </a14:m>
                <a:endParaRPr lang="zh-CN" altLang="en-US" sz="1605" i="1"/>
              </a:p>
            </p:txBody>
          </p:sp>
        </mc:Choice>
        <mc:Fallback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740" y="4692650"/>
                <a:ext cx="609600" cy="33845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本框 20"/>
              <p:cNvSpPr txBox="1"/>
              <p:nvPr/>
            </p:nvSpPr>
            <p:spPr>
              <a:xfrm>
                <a:off x="3154045" y="3832860"/>
                <a:ext cx="640080" cy="3384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60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𝑠𝑡𝑎𝑟𝑡</m:t>
                          </m:r>
                        </m:sub>
                      </m:sSub>
                    </m:oMath>
                  </m:oMathPara>
                </a14:m>
                <a:endParaRPr lang="zh-CN" altLang="en-US" sz="1605" i="1"/>
              </a:p>
            </p:txBody>
          </p:sp>
        </mc:Choice>
        <mc:Fallback>
          <p:sp>
            <p:nvSpPr>
              <p:cNvPr id="21" name="文本框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4045" y="3832860"/>
                <a:ext cx="640080" cy="33845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319</Words>
  <Application>WPS 演示</Application>
  <PresentationFormat>宽屏</PresentationFormat>
  <Paragraphs>90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Times New Roman</vt:lpstr>
      <vt:lpstr>Cambria Math</vt:lpstr>
      <vt:lpstr>Calibri</vt:lpstr>
      <vt:lpstr>微软雅黑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7</cp:revision>
  <dcterms:created xsi:type="dcterms:W3CDTF">2023-08-09T12:44:00Z</dcterms:created>
  <dcterms:modified xsi:type="dcterms:W3CDTF">2026-03-04T13:14:14Z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CE6735A26FCF42508A9CB27419A7F61C_12</vt:lpwstr>
  </property>
</Properties>
</file>