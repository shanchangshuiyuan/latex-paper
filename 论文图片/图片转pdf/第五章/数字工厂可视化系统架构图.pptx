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325" y="231140"/>
            <a:ext cx="791210" cy="829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950" y="205740"/>
            <a:ext cx="723900" cy="864235"/>
          </a:xfrm>
          <a:prstGeom prst="rect">
            <a:avLst/>
          </a:prstGeom>
        </p:spPr>
      </p:pic>
      <p:cxnSp>
        <p:nvCxnSpPr>
          <p:cNvPr id="6" name="直接箭头连接符 5"/>
          <p:cNvCxnSpPr>
            <a:stCxn id="5" idx="1"/>
            <a:endCxn id="4" idx="3"/>
          </p:cNvCxnSpPr>
          <p:nvPr/>
        </p:nvCxnSpPr>
        <p:spPr>
          <a:xfrm flipH="1">
            <a:off x="9233535" y="638175"/>
            <a:ext cx="1288415" cy="76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287510" y="314325"/>
            <a:ext cx="12769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眼动追踪数据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0" y="5259705"/>
            <a:ext cx="925830" cy="939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680" y="5325745"/>
            <a:ext cx="1094105" cy="884555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6172835" y="1159510"/>
            <a:ext cx="5671185" cy="1730375"/>
          </a:xfrm>
          <a:prstGeom prst="roundRect">
            <a:avLst>
              <a:gd name="adj" fmla="val 2121"/>
            </a:avLst>
          </a:prstGeom>
          <a:solidFill>
            <a:srgbClr val="92CDD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6172835" y="1216660"/>
            <a:ext cx="56540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应用层</a:t>
            </a:r>
            <a:r>
              <a:rPr lang="en-US" alt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 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VR </a:t>
            </a:r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243955" y="1554480"/>
            <a:ext cx="5459730" cy="1254760"/>
          </a:xfrm>
          <a:prstGeom prst="roundRect">
            <a:avLst>
              <a:gd name="adj" fmla="val 5430"/>
            </a:avLst>
          </a:prstGeom>
          <a:solidFill>
            <a:srgbClr val="DBEEF4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6308090" y="1542415"/>
            <a:ext cx="5395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渲染引擎层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308090" y="1964055"/>
            <a:ext cx="1734185" cy="698500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融合扫视时序特征的多维感知注视点渲染方法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0238105" y="1969135"/>
            <a:ext cx="1307465" cy="684530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Unity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渲染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管线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2" name="直接箭头连接符 21"/>
          <p:cNvCxnSpPr>
            <a:stCxn id="5" idx="2"/>
            <a:endCxn id="19" idx="0"/>
          </p:cNvCxnSpPr>
          <p:nvPr/>
        </p:nvCxnSpPr>
        <p:spPr>
          <a:xfrm>
            <a:off x="10883900" y="1069975"/>
            <a:ext cx="8255" cy="89916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03250" y="1159510"/>
            <a:ext cx="5165090" cy="1738630"/>
          </a:xfrm>
          <a:prstGeom prst="roundRect">
            <a:avLst>
              <a:gd name="adj" fmla="val 2161"/>
            </a:avLst>
          </a:prstGeom>
          <a:solidFill>
            <a:srgbClr val="D9969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24" name="文本框 23"/>
          <p:cNvSpPr txBox="1"/>
          <p:nvPr/>
        </p:nvSpPr>
        <p:spPr>
          <a:xfrm>
            <a:off x="711835" y="1216660"/>
            <a:ext cx="5056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应用层</a:t>
            </a:r>
            <a:r>
              <a:rPr lang="en-US" alt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 W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eb </a:t>
            </a:r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端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11835" y="1554480"/>
            <a:ext cx="2161540" cy="1254760"/>
          </a:xfrm>
          <a:prstGeom prst="roundRect">
            <a:avLst>
              <a:gd name="adj" fmla="val 2161"/>
            </a:avLst>
          </a:prstGeom>
          <a:solidFill>
            <a:srgbClr val="F0DBD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26" name="圆角矩形 25"/>
          <p:cNvSpPr/>
          <p:nvPr/>
        </p:nvSpPr>
        <p:spPr>
          <a:xfrm>
            <a:off x="933450" y="1657350"/>
            <a:ext cx="1621155" cy="2749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Web 可视化模块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33450" y="2049145"/>
            <a:ext cx="162115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Three.js 引擎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933450" y="2446020"/>
            <a:ext cx="162115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>
                <a:latin typeface="宋体" panose="02010600030101010101" pitchFamily="2" charset="-122"/>
                <a:ea typeface="宋体" panose="02010600030101010101" pitchFamily="2" charset="-122"/>
              </a:rPr>
              <a:t>数据监控面板</a:t>
            </a:r>
            <a:endParaRPr 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3232785" y="1554480"/>
            <a:ext cx="2161540" cy="1254760"/>
          </a:xfrm>
          <a:prstGeom prst="roundRect">
            <a:avLst>
              <a:gd name="adj" fmla="val 2161"/>
            </a:avLst>
          </a:prstGeom>
          <a:solidFill>
            <a:srgbClr val="F0DBD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1" name="圆角矩形 30"/>
          <p:cNvSpPr/>
          <p:nvPr/>
        </p:nvSpPr>
        <p:spPr>
          <a:xfrm>
            <a:off x="3445510" y="1666875"/>
            <a:ext cx="1727835" cy="2749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Web 漫游模块</a:t>
            </a:r>
            <a:endParaRPr 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445510" y="2058035"/>
            <a:ext cx="1728470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Unity WebGL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嵌入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445510" y="2445385"/>
            <a:ext cx="172783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八叉树优化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03250" y="3461385"/>
            <a:ext cx="11240770" cy="1109345"/>
          </a:xfrm>
          <a:prstGeom prst="roundRect">
            <a:avLst>
              <a:gd name="adj" fmla="val 2161"/>
            </a:avLst>
          </a:prstGeom>
          <a:solidFill>
            <a:srgbClr val="C2D59E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603250" y="3509645"/>
            <a:ext cx="112236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服务中间层</a:t>
            </a:r>
            <a:endParaRPr lang="zh-CN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711835" y="391731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OPC UC / </a:t>
            </a:r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Modbus</a:t>
            </a:r>
            <a:endParaRPr 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数据接入</a:t>
            </a:r>
            <a:endParaRPr 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2480310" y="391731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>
                <a:latin typeface="宋体" panose="02010600030101010101" pitchFamily="2" charset="-122"/>
                <a:ea typeface="宋体" panose="02010600030101010101" pitchFamily="2" charset="-122"/>
              </a:rPr>
              <a:t>数据聚合清洗</a:t>
            </a:r>
            <a:endParaRPr 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4279900" y="3917315"/>
            <a:ext cx="1684020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RESTful API </a:t>
            </a:r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模块</a:t>
            </a:r>
            <a:endParaRPr 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173470" y="391731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>
                <a:latin typeface="宋体" panose="02010600030101010101" pitchFamily="2" charset="-122"/>
                <a:ea typeface="宋体" panose="02010600030101010101" pitchFamily="2" charset="-122"/>
              </a:rPr>
              <a:t>用户权限认证</a:t>
            </a:r>
            <a:endParaRPr 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7967980" y="3922395"/>
            <a:ext cx="1883410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webSocket</a:t>
            </a:r>
            <a:r>
              <a:rPr lang="en-US" sz="1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实时通信</a:t>
            </a:r>
            <a:endParaRPr 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10091420" y="391731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>
                <a:latin typeface="宋体" panose="02010600030101010101" pitchFamily="2" charset="-122"/>
                <a:ea typeface="宋体" panose="02010600030101010101" pitchFamily="2" charset="-122"/>
              </a:rPr>
              <a:t>路由管理</a:t>
            </a:r>
            <a:endParaRPr 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247775" y="6313170"/>
            <a:ext cx="12331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物理工厂端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183380" y="5239385"/>
            <a:ext cx="7644130" cy="970915"/>
          </a:xfrm>
          <a:prstGeom prst="roundRect">
            <a:avLst>
              <a:gd name="adj" fmla="val 2175"/>
            </a:avLst>
          </a:prstGeom>
          <a:solidFill>
            <a:srgbClr val="CBC1D9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45" name="文本框 44"/>
          <p:cNvSpPr txBox="1"/>
          <p:nvPr/>
        </p:nvSpPr>
        <p:spPr>
          <a:xfrm>
            <a:off x="4182745" y="5855970"/>
            <a:ext cx="76441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数据持久层</a:t>
            </a:r>
            <a:endParaRPr lang="zh-CN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654550" y="542417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MySQL 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数据库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035165" y="542671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InfluxDB 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时序数据库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9488805" y="542417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>
                <a:latin typeface="宋体" panose="02010600030101010101" pitchFamily="2" charset="-122"/>
                <a:ea typeface="宋体" panose="02010600030101010101" pitchFamily="2" charset="-122"/>
              </a:rPr>
              <a:t>文件系统</a:t>
            </a:r>
            <a:endParaRPr 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上箭头 48"/>
          <p:cNvSpPr/>
          <p:nvPr/>
        </p:nvSpPr>
        <p:spPr>
          <a:xfrm>
            <a:off x="5335905" y="4562475"/>
            <a:ext cx="280035" cy="66738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0" name="上箭头 49"/>
          <p:cNvSpPr/>
          <p:nvPr/>
        </p:nvSpPr>
        <p:spPr>
          <a:xfrm>
            <a:off x="7870190" y="4580255"/>
            <a:ext cx="261620" cy="63944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1" name="上箭头 50"/>
          <p:cNvSpPr/>
          <p:nvPr/>
        </p:nvSpPr>
        <p:spPr>
          <a:xfrm>
            <a:off x="10228580" y="4580890"/>
            <a:ext cx="283845" cy="63944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2" name="上下箭头 51"/>
          <p:cNvSpPr/>
          <p:nvPr/>
        </p:nvSpPr>
        <p:spPr>
          <a:xfrm>
            <a:off x="1773555" y="4591050"/>
            <a:ext cx="238125" cy="668655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1295400" y="4693920"/>
            <a:ext cx="609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OPC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UA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062480" y="4779645"/>
            <a:ext cx="811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Modbus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232785" y="3046730"/>
            <a:ext cx="14211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用户交互指令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58" name="肘形连接符 57"/>
          <p:cNvCxnSpPr/>
          <p:nvPr/>
        </p:nvCxnSpPr>
        <p:spPr>
          <a:xfrm rot="5400000" flipV="1">
            <a:off x="5189220" y="2657475"/>
            <a:ext cx="1361440" cy="212090"/>
          </a:xfrm>
          <a:prstGeom prst="bentConnector3">
            <a:avLst>
              <a:gd name="adj1" fmla="val 513"/>
            </a:avLst>
          </a:prstGeom>
          <a:ln w="190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上箭头 58"/>
          <p:cNvSpPr/>
          <p:nvPr/>
        </p:nvSpPr>
        <p:spPr>
          <a:xfrm>
            <a:off x="7841615" y="2898140"/>
            <a:ext cx="280035" cy="546100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60" name="文本框 59"/>
          <p:cNvSpPr txBox="1"/>
          <p:nvPr/>
        </p:nvSpPr>
        <p:spPr>
          <a:xfrm>
            <a:off x="6562725" y="3059430"/>
            <a:ext cx="15024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用户交互指令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1" name="上箭头 60"/>
          <p:cNvSpPr/>
          <p:nvPr/>
        </p:nvSpPr>
        <p:spPr>
          <a:xfrm rot="10800000">
            <a:off x="9571355" y="2899410"/>
            <a:ext cx="280035" cy="546100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9923780" y="2921635"/>
            <a:ext cx="1011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WebSocket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实时数据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63" name="直接箭头连接符 62"/>
          <p:cNvCxnSpPr>
            <a:stCxn id="40" idx="0"/>
          </p:cNvCxnSpPr>
          <p:nvPr/>
        </p:nvCxnSpPr>
        <p:spPr>
          <a:xfrm flipH="1" flipV="1">
            <a:off x="8900160" y="3002280"/>
            <a:ext cx="9525" cy="920115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/>
        </p:nvSpPr>
        <p:spPr>
          <a:xfrm>
            <a:off x="8272780" y="1955165"/>
            <a:ext cx="1747520" cy="698500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基于时空视觉感知的动画网格混合</a:t>
            </a:r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LOD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8060055" y="2320925"/>
            <a:ext cx="201930" cy="508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0020300" y="2275205"/>
            <a:ext cx="201930" cy="508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上箭头 16"/>
          <p:cNvSpPr/>
          <p:nvPr/>
        </p:nvSpPr>
        <p:spPr>
          <a:xfrm rot="10800000">
            <a:off x="2988945" y="2910205"/>
            <a:ext cx="280035" cy="546100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WPS 演示</Application>
  <PresentationFormat>宽屏</PresentationFormat>
  <Paragraphs>64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11</cp:revision>
  <dcterms:created xsi:type="dcterms:W3CDTF">2023-08-09T12:44:00Z</dcterms:created>
  <dcterms:modified xsi:type="dcterms:W3CDTF">2026-03-07T13:57:25Z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ACE7F16A96FE47DEB9839E0C90653901_12</vt:lpwstr>
  </property>
</Properties>
</file>