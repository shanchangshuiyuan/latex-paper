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325" y="124460"/>
            <a:ext cx="791210" cy="829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950" y="99060"/>
            <a:ext cx="723900" cy="864235"/>
          </a:xfrm>
          <a:prstGeom prst="rect">
            <a:avLst/>
          </a:prstGeom>
        </p:spPr>
      </p:pic>
      <p:cxnSp>
        <p:nvCxnSpPr>
          <p:cNvPr id="6" name="直接箭头连接符 5"/>
          <p:cNvCxnSpPr>
            <a:stCxn id="5" idx="1"/>
            <a:endCxn id="4" idx="3"/>
          </p:cNvCxnSpPr>
          <p:nvPr/>
        </p:nvCxnSpPr>
        <p:spPr>
          <a:xfrm flipH="1">
            <a:off x="9233535" y="531495"/>
            <a:ext cx="1288415" cy="76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287510" y="207645"/>
            <a:ext cx="12769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眼动追踪数据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0" y="5064125"/>
            <a:ext cx="925830" cy="939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680" y="5130165"/>
            <a:ext cx="1094105" cy="884555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6678930" y="1108075"/>
            <a:ext cx="5165090" cy="1586230"/>
          </a:xfrm>
          <a:prstGeom prst="roundRect">
            <a:avLst>
              <a:gd name="adj" fmla="val 2121"/>
            </a:avLst>
          </a:prstGeom>
          <a:solidFill>
            <a:srgbClr val="92CDD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8691880" y="1146810"/>
            <a:ext cx="1653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应用层</a:t>
            </a:r>
            <a:r>
              <a:rPr lang="en-US" alt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 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VR </a:t>
            </a:r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837045" y="1474470"/>
            <a:ext cx="4866640" cy="1031875"/>
          </a:xfrm>
          <a:prstGeom prst="roundRect">
            <a:avLst>
              <a:gd name="adj" fmla="val 5430"/>
            </a:avLst>
          </a:prstGeom>
          <a:solidFill>
            <a:srgbClr val="DBEEF4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8845550" y="1501140"/>
            <a:ext cx="1350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渲染引擎</a:t>
            </a:r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层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957060" y="1898650"/>
            <a:ext cx="1307465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注视点渲染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616315" y="1898650"/>
            <a:ext cx="1307465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动态</a:t>
            </a:r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LOD</a:t>
            </a:r>
            <a:endParaRPr lang="en-US" altLang="zh-CN" sz="1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/>
            <a:r>
              <a:rPr lang="en-US" altLang="zh-CN" sz="1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0238105" y="1898650"/>
            <a:ext cx="1307465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Unity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渲染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管线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0" name="直接箭头连接符 19"/>
          <p:cNvCxnSpPr>
            <a:stCxn id="16" idx="3"/>
            <a:endCxn id="18" idx="1"/>
          </p:cNvCxnSpPr>
          <p:nvPr/>
        </p:nvCxnSpPr>
        <p:spPr>
          <a:xfrm>
            <a:off x="8264525" y="2125345"/>
            <a:ext cx="35179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8" idx="3"/>
            <a:endCxn id="19" idx="1"/>
          </p:cNvCxnSpPr>
          <p:nvPr/>
        </p:nvCxnSpPr>
        <p:spPr>
          <a:xfrm>
            <a:off x="9923780" y="2125345"/>
            <a:ext cx="314325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5" idx="2"/>
            <a:endCxn id="19" idx="0"/>
          </p:cNvCxnSpPr>
          <p:nvPr/>
        </p:nvCxnSpPr>
        <p:spPr>
          <a:xfrm>
            <a:off x="10883900" y="963295"/>
            <a:ext cx="8255" cy="935355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03250" y="1116330"/>
            <a:ext cx="5165090" cy="1586230"/>
          </a:xfrm>
          <a:prstGeom prst="roundRect">
            <a:avLst>
              <a:gd name="adj" fmla="val 2161"/>
            </a:avLst>
          </a:prstGeom>
          <a:solidFill>
            <a:srgbClr val="D9969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24" name="文本框 23"/>
          <p:cNvSpPr txBox="1"/>
          <p:nvPr/>
        </p:nvSpPr>
        <p:spPr>
          <a:xfrm>
            <a:off x="2406650" y="1149350"/>
            <a:ext cx="1558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应用层</a:t>
            </a:r>
            <a:r>
              <a:rPr lang="en-US" alt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 W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eb </a:t>
            </a:r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端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11835" y="1458595"/>
            <a:ext cx="2161540" cy="1155065"/>
          </a:xfrm>
          <a:prstGeom prst="roundRect">
            <a:avLst>
              <a:gd name="adj" fmla="val 2161"/>
            </a:avLst>
          </a:prstGeom>
          <a:solidFill>
            <a:srgbClr val="F0DBD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26" name="圆角矩形 25"/>
          <p:cNvSpPr/>
          <p:nvPr/>
        </p:nvSpPr>
        <p:spPr>
          <a:xfrm>
            <a:off x="933450" y="1524000"/>
            <a:ext cx="1621155" cy="2749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Web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可视化模块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33450" y="1898015"/>
            <a:ext cx="162115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Three.js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引擎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933450" y="2277110"/>
            <a:ext cx="162115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数据监控面板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3232785" y="1458595"/>
            <a:ext cx="2161540" cy="1155065"/>
          </a:xfrm>
          <a:prstGeom prst="roundRect">
            <a:avLst>
              <a:gd name="adj" fmla="val 2161"/>
            </a:avLst>
          </a:prstGeom>
          <a:solidFill>
            <a:srgbClr val="F0DBD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1" name="圆角矩形 30"/>
          <p:cNvSpPr/>
          <p:nvPr/>
        </p:nvSpPr>
        <p:spPr>
          <a:xfrm>
            <a:off x="3445510" y="1524635"/>
            <a:ext cx="1727835" cy="2749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Web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漫游模块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445510" y="1898015"/>
            <a:ext cx="1728470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Unity WebGL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嵌入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445510" y="2276475"/>
            <a:ext cx="172783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八叉树优化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03250" y="3265805"/>
            <a:ext cx="11240770" cy="1109345"/>
          </a:xfrm>
          <a:prstGeom prst="roundRect">
            <a:avLst>
              <a:gd name="adj" fmla="val 2161"/>
            </a:avLst>
          </a:prstGeom>
          <a:solidFill>
            <a:srgbClr val="C2D59E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5736590" y="3260725"/>
            <a:ext cx="1372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服务中间层</a:t>
            </a:r>
            <a:endParaRPr lang="zh-CN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711835" y="361505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OPC UC / Modbus</a:t>
            </a:r>
            <a:endParaRPr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数据接入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2480310" y="361505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数据聚合清洗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4279900" y="3615055"/>
            <a:ext cx="1684020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RESTful API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173470" y="361505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用户权限认证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7967980" y="3620135"/>
            <a:ext cx="1883410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webSocket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实时通信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10091420" y="361505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路由管理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247775" y="6117590"/>
            <a:ext cx="12331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物理工厂端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183380" y="5043805"/>
            <a:ext cx="7644130" cy="970915"/>
          </a:xfrm>
          <a:prstGeom prst="roundRect">
            <a:avLst>
              <a:gd name="adj" fmla="val 2175"/>
            </a:avLst>
          </a:prstGeom>
          <a:solidFill>
            <a:srgbClr val="CBC1D9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45" name="文本框 44"/>
          <p:cNvSpPr txBox="1"/>
          <p:nvPr/>
        </p:nvSpPr>
        <p:spPr>
          <a:xfrm>
            <a:off x="7626350" y="5660390"/>
            <a:ext cx="1316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数据持久层</a:t>
            </a:r>
            <a:endParaRPr lang="zh-CN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654550" y="517525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MySQL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数据库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035165" y="517779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InfluxDB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时序数据库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9488805" y="517525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文件系统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上箭头 48"/>
          <p:cNvSpPr/>
          <p:nvPr/>
        </p:nvSpPr>
        <p:spPr>
          <a:xfrm>
            <a:off x="5335905" y="4366895"/>
            <a:ext cx="280035" cy="66738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0" name="上箭头 49"/>
          <p:cNvSpPr/>
          <p:nvPr/>
        </p:nvSpPr>
        <p:spPr>
          <a:xfrm>
            <a:off x="7870190" y="4384675"/>
            <a:ext cx="261620" cy="63944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1" name="上箭头 50"/>
          <p:cNvSpPr/>
          <p:nvPr/>
        </p:nvSpPr>
        <p:spPr>
          <a:xfrm>
            <a:off x="10228580" y="4385310"/>
            <a:ext cx="283845" cy="63944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2" name="上下箭头 51"/>
          <p:cNvSpPr/>
          <p:nvPr/>
        </p:nvSpPr>
        <p:spPr>
          <a:xfrm>
            <a:off x="1773555" y="4395470"/>
            <a:ext cx="238125" cy="668655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1295400" y="4498340"/>
            <a:ext cx="609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OPC 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 UA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062480" y="4584065"/>
            <a:ext cx="811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Modbus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5" name="直接箭头连接符 54"/>
          <p:cNvCxnSpPr>
            <a:stCxn id="23" idx="2"/>
          </p:cNvCxnSpPr>
          <p:nvPr/>
        </p:nvCxnSpPr>
        <p:spPr>
          <a:xfrm flipH="1">
            <a:off x="3183255" y="2702560"/>
            <a:ext cx="2540" cy="549910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3232785" y="2851150"/>
            <a:ext cx="14211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用户交互指令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58" name="肘形连接符 57"/>
          <p:cNvCxnSpPr/>
          <p:nvPr/>
        </p:nvCxnSpPr>
        <p:spPr>
          <a:xfrm>
            <a:off x="5768340" y="1861820"/>
            <a:ext cx="518795" cy="1386840"/>
          </a:xfrm>
          <a:prstGeom prst="bentConnector2">
            <a:avLst/>
          </a:prstGeom>
          <a:ln w="190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上箭头 58"/>
          <p:cNvSpPr/>
          <p:nvPr/>
        </p:nvSpPr>
        <p:spPr>
          <a:xfrm>
            <a:off x="7841615" y="2702560"/>
            <a:ext cx="280035" cy="546100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60" name="文本框 59"/>
          <p:cNvSpPr txBox="1"/>
          <p:nvPr/>
        </p:nvSpPr>
        <p:spPr>
          <a:xfrm>
            <a:off x="6562725" y="2863850"/>
            <a:ext cx="15024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用户交互指令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1" name="上箭头 60"/>
          <p:cNvSpPr/>
          <p:nvPr/>
        </p:nvSpPr>
        <p:spPr>
          <a:xfrm rot="10800000">
            <a:off x="9571355" y="2703830"/>
            <a:ext cx="280035" cy="546100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9923780" y="2726055"/>
            <a:ext cx="1011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WebSocket</a:t>
            </a:r>
            <a:endParaRPr lang="en-US" altLang="zh-CN" sz="14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实时数据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63" name="直接箭头连接符 62"/>
          <p:cNvCxnSpPr>
            <a:stCxn id="40" idx="0"/>
          </p:cNvCxnSpPr>
          <p:nvPr/>
        </p:nvCxnSpPr>
        <p:spPr>
          <a:xfrm flipH="1" flipV="1">
            <a:off x="8900160" y="2700020"/>
            <a:ext cx="9525" cy="920115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WPS 演示</Application>
  <PresentationFormat>宽屏</PresentationFormat>
  <Paragraphs>66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6</cp:revision>
  <dcterms:created xsi:type="dcterms:W3CDTF">2023-08-09T12:44:00Z</dcterms:created>
  <dcterms:modified xsi:type="dcterms:W3CDTF">2026-02-04T17:10:51Z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ACE7F16A96FE47DEB9839E0C90653901_12</vt:lpwstr>
  </property>
</Properties>
</file>