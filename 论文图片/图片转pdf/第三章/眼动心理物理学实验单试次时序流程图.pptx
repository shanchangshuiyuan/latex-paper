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11519535" cy="395986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212" userDrawn="1">
          <p15:clr>
            <a:srgbClr val="A4A3A4"/>
          </p15:clr>
        </p15:guide>
        <p15:guide id="2" pos="362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1212"/>
        <p:guide pos="362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440000" y="648084"/>
            <a:ext cx="8640000" cy="1378667"/>
          </a:xfrm>
        </p:spPr>
        <p:txBody>
          <a:bodyPr anchor="b"/>
          <a:lstStyle>
            <a:lvl1pPr algn="ctr">
              <a:defRPr sz="3465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440000" y="2079917"/>
            <a:ext cx="8640000" cy="956083"/>
          </a:xfrm>
        </p:spPr>
        <p:txBody>
          <a:bodyPr/>
          <a:lstStyle>
            <a:lvl1pPr marL="0" indent="0" algn="ctr">
              <a:buNone/>
              <a:defRPr sz="1385"/>
            </a:lvl1pPr>
            <a:lvl2pPr marL="264160" indent="0" algn="ctr">
              <a:buNone/>
              <a:defRPr sz="1155"/>
            </a:lvl2pPr>
            <a:lvl3pPr marL="527685" indent="0" algn="ctr">
              <a:buNone/>
              <a:defRPr sz="1040"/>
            </a:lvl3pPr>
            <a:lvl4pPr marL="791845" indent="0" algn="ctr">
              <a:buNone/>
              <a:defRPr sz="925"/>
            </a:lvl4pPr>
            <a:lvl5pPr marL="1056005" indent="0" algn="ctr">
              <a:buNone/>
              <a:defRPr sz="925"/>
            </a:lvl5pPr>
            <a:lvl6pPr marL="1320165" indent="0" algn="ctr">
              <a:buNone/>
              <a:defRPr sz="925"/>
            </a:lvl6pPr>
            <a:lvl7pPr marL="1583690" indent="0" algn="ctr">
              <a:buNone/>
              <a:defRPr sz="925"/>
            </a:lvl7pPr>
            <a:lvl8pPr marL="1847850" indent="0" algn="ctr">
              <a:buNone/>
              <a:defRPr sz="925"/>
            </a:lvl8pPr>
            <a:lvl9pPr marL="2112010" indent="0" algn="ctr">
              <a:buNone/>
              <a:defRPr sz="925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86000" y="987250"/>
            <a:ext cx="9936000" cy="1647250"/>
          </a:xfrm>
        </p:spPr>
        <p:txBody>
          <a:bodyPr anchor="b"/>
          <a:lstStyle>
            <a:lvl1pPr>
              <a:defRPr sz="3465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86000" y="2650084"/>
            <a:ext cx="9936000" cy="866250"/>
          </a:xfrm>
        </p:spPr>
        <p:txBody>
          <a:bodyPr/>
          <a:lstStyle>
            <a:lvl1pPr marL="0" indent="0">
              <a:buNone/>
              <a:defRPr sz="1385">
                <a:solidFill>
                  <a:schemeClr val="tx1">
                    <a:tint val="75000"/>
                  </a:schemeClr>
                </a:solidFill>
              </a:defRPr>
            </a:lvl1pPr>
            <a:lvl2pPr marL="264160" indent="0">
              <a:buNone/>
              <a:defRPr sz="1155">
                <a:solidFill>
                  <a:schemeClr val="tx1">
                    <a:tint val="75000"/>
                  </a:schemeClr>
                </a:solidFill>
              </a:defRPr>
            </a:lvl2pPr>
            <a:lvl3pPr marL="527685" indent="0">
              <a:buNone/>
              <a:defRPr sz="1040">
                <a:solidFill>
                  <a:schemeClr val="tx1">
                    <a:tint val="75000"/>
                  </a:schemeClr>
                </a:solidFill>
              </a:defRPr>
            </a:lvl3pPr>
            <a:lvl4pPr marL="791845" indent="0">
              <a:buNone/>
              <a:defRPr sz="925">
                <a:solidFill>
                  <a:schemeClr val="tx1">
                    <a:tint val="75000"/>
                  </a:schemeClr>
                </a:solidFill>
              </a:defRPr>
            </a:lvl4pPr>
            <a:lvl5pPr marL="1056005" indent="0">
              <a:buNone/>
              <a:defRPr sz="925">
                <a:solidFill>
                  <a:schemeClr val="tx1">
                    <a:tint val="75000"/>
                  </a:schemeClr>
                </a:solidFill>
              </a:defRPr>
            </a:lvl5pPr>
            <a:lvl6pPr marL="1320165" indent="0">
              <a:buNone/>
              <a:defRPr sz="925">
                <a:solidFill>
                  <a:schemeClr val="tx1">
                    <a:tint val="75000"/>
                  </a:schemeClr>
                </a:solidFill>
              </a:defRPr>
            </a:lvl6pPr>
            <a:lvl7pPr marL="1583690" indent="0">
              <a:buNone/>
              <a:defRPr sz="925">
                <a:solidFill>
                  <a:schemeClr val="tx1">
                    <a:tint val="75000"/>
                  </a:schemeClr>
                </a:solidFill>
              </a:defRPr>
            </a:lvl7pPr>
            <a:lvl8pPr marL="1847850" indent="0">
              <a:buNone/>
              <a:defRPr sz="925">
                <a:solidFill>
                  <a:schemeClr val="tx1">
                    <a:tint val="75000"/>
                  </a:schemeClr>
                </a:solidFill>
              </a:defRPr>
            </a:lvl8pPr>
            <a:lvl9pPr marL="2112010" indent="0">
              <a:buNone/>
              <a:defRPr sz="92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792000" y="1054167"/>
            <a:ext cx="4896000" cy="2512584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832000" y="1054167"/>
            <a:ext cx="4896000" cy="2512584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93500" y="210833"/>
            <a:ext cx="9936000" cy="765417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93500" y="970750"/>
            <a:ext cx="4873500" cy="475750"/>
          </a:xfrm>
        </p:spPr>
        <p:txBody>
          <a:bodyPr anchor="b"/>
          <a:lstStyle>
            <a:lvl1pPr marL="0" indent="0">
              <a:buNone/>
              <a:defRPr sz="1385" b="1"/>
            </a:lvl1pPr>
            <a:lvl2pPr marL="264160" indent="0">
              <a:buNone/>
              <a:defRPr sz="1155" b="1"/>
            </a:lvl2pPr>
            <a:lvl3pPr marL="527685" indent="0">
              <a:buNone/>
              <a:defRPr sz="1040" b="1"/>
            </a:lvl3pPr>
            <a:lvl4pPr marL="791845" indent="0">
              <a:buNone/>
              <a:defRPr sz="925" b="1"/>
            </a:lvl4pPr>
            <a:lvl5pPr marL="1056005" indent="0">
              <a:buNone/>
              <a:defRPr sz="925" b="1"/>
            </a:lvl5pPr>
            <a:lvl6pPr marL="1320165" indent="0">
              <a:buNone/>
              <a:defRPr sz="925" b="1"/>
            </a:lvl6pPr>
            <a:lvl7pPr marL="1583690" indent="0">
              <a:buNone/>
              <a:defRPr sz="925" b="1"/>
            </a:lvl7pPr>
            <a:lvl8pPr marL="1847850" indent="0">
              <a:buNone/>
              <a:defRPr sz="925" b="1"/>
            </a:lvl8pPr>
            <a:lvl9pPr marL="2112010" indent="0">
              <a:buNone/>
              <a:defRPr sz="925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793500" y="1446500"/>
            <a:ext cx="4873500" cy="2127584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5832000" y="970750"/>
            <a:ext cx="4897501" cy="475750"/>
          </a:xfrm>
        </p:spPr>
        <p:txBody>
          <a:bodyPr anchor="b"/>
          <a:lstStyle>
            <a:lvl1pPr marL="0" indent="0">
              <a:buNone/>
              <a:defRPr sz="1385" b="1"/>
            </a:lvl1pPr>
            <a:lvl2pPr marL="264160" indent="0">
              <a:buNone/>
              <a:defRPr sz="1155" b="1"/>
            </a:lvl2pPr>
            <a:lvl3pPr marL="527685" indent="0">
              <a:buNone/>
              <a:defRPr sz="1040" b="1"/>
            </a:lvl3pPr>
            <a:lvl4pPr marL="791845" indent="0">
              <a:buNone/>
              <a:defRPr sz="925" b="1"/>
            </a:lvl4pPr>
            <a:lvl5pPr marL="1056005" indent="0">
              <a:buNone/>
              <a:defRPr sz="925" b="1"/>
            </a:lvl5pPr>
            <a:lvl6pPr marL="1320165" indent="0">
              <a:buNone/>
              <a:defRPr sz="925" b="1"/>
            </a:lvl6pPr>
            <a:lvl7pPr marL="1583690" indent="0">
              <a:buNone/>
              <a:defRPr sz="925" b="1"/>
            </a:lvl7pPr>
            <a:lvl8pPr marL="1847850" indent="0">
              <a:buNone/>
              <a:defRPr sz="925" b="1"/>
            </a:lvl8pPr>
            <a:lvl9pPr marL="2112010" indent="0">
              <a:buNone/>
              <a:defRPr sz="925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5832000" y="1446500"/>
            <a:ext cx="4897501" cy="2127584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93500" y="264000"/>
            <a:ext cx="3715500" cy="924000"/>
          </a:xfrm>
        </p:spPr>
        <p:txBody>
          <a:bodyPr anchor="b"/>
          <a:lstStyle>
            <a:lvl1pPr>
              <a:defRPr sz="185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897501" y="570167"/>
            <a:ext cx="5832000" cy="2814167"/>
          </a:xfrm>
        </p:spPr>
        <p:txBody>
          <a:bodyPr/>
          <a:lstStyle>
            <a:lvl1pPr>
              <a:defRPr sz="1850"/>
            </a:lvl1pPr>
            <a:lvl2pPr>
              <a:defRPr sz="1615"/>
            </a:lvl2pPr>
            <a:lvl3pPr>
              <a:defRPr sz="1385"/>
            </a:lvl3pPr>
            <a:lvl4pPr>
              <a:defRPr sz="1155"/>
            </a:lvl4pPr>
            <a:lvl5pPr>
              <a:defRPr sz="1155"/>
            </a:lvl5pPr>
            <a:lvl6pPr>
              <a:defRPr sz="1155"/>
            </a:lvl6pPr>
            <a:lvl7pPr>
              <a:defRPr sz="1155"/>
            </a:lvl7pPr>
            <a:lvl8pPr>
              <a:defRPr sz="1155"/>
            </a:lvl8pPr>
            <a:lvl9pPr>
              <a:defRPr sz="1155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793500" y="1188000"/>
            <a:ext cx="3715500" cy="2200917"/>
          </a:xfrm>
        </p:spPr>
        <p:txBody>
          <a:bodyPr/>
          <a:lstStyle>
            <a:lvl1pPr marL="0" indent="0">
              <a:buNone/>
              <a:defRPr sz="925"/>
            </a:lvl1pPr>
            <a:lvl2pPr marL="264160" indent="0">
              <a:buNone/>
              <a:defRPr sz="810"/>
            </a:lvl2pPr>
            <a:lvl3pPr marL="527685" indent="0">
              <a:buNone/>
              <a:defRPr sz="695"/>
            </a:lvl3pPr>
            <a:lvl4pPr marL="791845" indent="0">
              <a:buNone/>
              <a:defRPr sz="575"/>
            </a:lvl4pPr>
            <a:lvl5pPr marL="1056005" indent="0">
              <a:buNone/>
              <a:defRPr sz="575"/>
            </a:lvl5pPr>
            <a:lvl6pPr marL="1320165" indent="0">
              <a:buNone/>
              <a:defRPr sz="575"/>
            </a:lvl6pPr>
            <a:lvl7pPr marL="1583690" indent="0">
              <a:buNone/>
              <a:defRPr sz="575"/>
            </a:lvl7pPr>
            <a:lvl8pPr marL="1847850" indent="0">
              <a:buNone/>
              <a:defRPr sz="575"/>
            </a:lvl8pPr>
            <a:lvl9pPr marL="2112010" indent="0">
              <a:buNone/>
              <a:defRPr sz="575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93500" y="264000"/>
            <a:ext cx="3715500" cy="924000"/>
          </a:xfrm>
        </p:spPr>
        <p:txBody>
          <a:bodyPr anchor="b"/>
          <a:lstStyle>
            <a:lvl1pPr>
              <a:defRPr sz="185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4897501" y="570167"/>
            <a:ext cx="5832000" cy="2814167"/>
          </a:xfrm>
        </p:spPr>
        <p:txBody>
          <a:bodyPr/>
          <a:lstStyle>
            <a:lvl1pPr marL="0" indent="0">
              <a:buNone/>
              <a:defRPr sz="1850"/>
            </a:lvl1pPr>
            <a:lvl2pPr marL="264160" indent="0">
              <a:buNone/>
              <a:defRPr sz="1615"/>
            </a:lvl2pPr>
            <a:lvl3pPr marL="527685" indent="0">
              <a:buNone/>
              <a:defRPr sz="1385"/>
            </a:lvl3pPr>
            <a:lvl4pPr marL="791845" indent="0">
              <a:buNone/>
              <a:defRPr sz="1155"/>
            </a:lvl4pPr>
            <a:lvl5pPr marL="1056005" indent="0">
              <a:buNone/>
              <a:defRPr sz="1155"/>
            </a:lvl5pPr>
            <a:lvl6pPr marL="1320165" indent="0">
              <a:buNone/>
              <a:defRPr sz="1155"/>
            </a:lvl6pPr>
            <a:lvl7pPr marL="1583690" indent="0">
              <a:buNone/>
              <a:defRPr sz="1155"/>
            </a:lvl7pPr>
            <a:lvl8pPr marL="1847850" indent="0">
              <a:buNone/>
              <a:defRPr sz="1155"/>
            </a:lvl8pPr>
            <a:lvl9pPr marL="2112010" indent="0">
              <a:buNone/>
              <a:defRPr sz="1155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793500" y="1188000"/>
            <a:ext cx="3715500" cy="2200917"/>
          </a:xfrm>
        </p:spPr>
        <p:txBody>
          <a:bodyPr/>
          <a:lstStyle>
            <a:lvl1pPr marL="0" indent="0">
              <a:buNone/>
              <a:defRPr sz="925"/>
            </a:lvl1pPr>
            <a:lvl2pPr marL="264160" indent="0">
              <a:buNone/>
              <a:defRPr sz="810"/>
            </a:lvl2pPr>
            <a:lvl3pPr marL="527685" indent="0">
              <a:buNone/>
              <a:defRPr sz="695"/>
            </a:lvl3pPr>
            <a:lvl4pPr marL="791845" indent="0">
              <a:buNone/>
              <a:defRPr sz="575"/>
            </a:lvl4pPr>
            <a:lvl5pPr marL="1056005" indent="0">
              <a:buNone/>
              <a:defRPr sz="575"/>
            </a:lvl5pPr>
            <a:lvl6pPr marL="1320165" indent="0">
              <a:buNone/>
              <a:defRPr sz="575"/>
            </a:lvl6pPr>
            <a:lvl7pPr marL="1583690" indent="0">
              <a:buNone/>
              <a:defRPr sz="575"/>
            </a:lvl7pPr>
            <a:lvl8pPr marL="1847850" indent="0">
              <a:buNone/>
              <a:defRPr sz="575"/>
            </a:lvl8pPr>
            <a:lvl9pPr marL="2112010" indent="0">
              <a:buNone/>
              <a:defRPr sz="575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244000" y="210833"/>
            <a:ext cx="2484000" cy="3355917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792000" y="210833"/>
            <a:ext cx="7308000" cy="3355917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792000" y="210833"/>
            <a:ext cx="9936000" cy="765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92000" y="1054167"/>
            <a:ext cx="9936000" cy="25125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792000" y="3670333"/>
            <a:ext cx="2592000" cy="210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9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816000" y="3670333"/>
            <a:ext cx="3888000" cy="210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9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136000" y="3670333"/>
            <a:ext cx="2592000" cy="210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9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527685" rtl="0" eaLnBrk="1" latinLnBrk="0" hangingPunct="1">
        <a:lnSpc>
          <a:spcPct val="90000"/>
        </a:lnSpc>
        <a:spcBef>
          <a:spcPct val="0"/>
        </a:spcBef>
        <a:buNone/>
        <a:defRPr sz="25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32080" indent="-132080" algn="l" defTabSz="527685" rtl="0" eaLnBrk="1" latinLnBrk="0" hangingPunct="1">
        <a:lnSpc>
          <a:spcPct val="90000"/>
        </a:lnSpc>
        <a:spcBef>
          <a:spcPts val="575"/>
        </a:spcBef>
        <a:buFont typeface="Arial" panose="020B0604020202020204" pitchFamily="34" charset="0"/>
        <a:buChar char="•"/>
        <a:defRPr sz="1615" kern="1200">
          <a:solidFill>
            <a:schemeClr val="tx1"/>
          </a:solidFill>
          <a:latin typeface="+mn-lt"/>
          <a:ea typeface="+mn-ea"/>
          <a:cs typeface="+mn-cs"/>
        </a:defRPr>
      </a:lvl1pPr>
      <a:lvl2pPr marL="396240" indent="-132080" algn="l" defTabSz="527685" rtl="0" eaLnBrk="1" latinLnBrk="0" hangingPunct="1">
        <a:lnSpc>
          <a:spcPct val="90000"/>
        </a:lnSpc>
        <a:spcBef>
          <a:spcPct val="58000"/>
        </a:spcBef>
        <a:buFont typeface="Arial" panose="020B0604020202020204" pitchFamily="34" charset="0"/>
        <a:buChar char="•"/>
        <a:defRPr sz="1385" kern="1200">
          <a:solidFill>
            <a:schemeClr val="tx1"/>
          </a:solidFill>
          <a:latin typeface="+mn-lt"/>
          <a:ea typeface="+mn-ea"/>
          <a:cs typeface="+mn-cs"/>
        </a:defRPr>
      </a:lvl2pPr>
      <a:lvl3pPr marL="659765" indent="-132080" algn="l" defTabSz="527685" rtl="0" eaLnBrk="1" latinLnBrk="0" hangingPunct="1">
        <a:lnSpc>
          <a:spcPct val="90000"/>
        </a:lnSpc>
        <a:spcBef>
          <a:spcPct val="58000"/>
        </a:spcBef>
        <a:buFont typeface="Arial" panose="020B0604020202020204" pitchFamily="34" charset="0"/>
        <a:buChar char="•"/>
        <a:defRPr sz="1155" kern="1200">
          <a:solidFill>
            <a:schemeClr val="tx1"/>
          </a:solidFill>
          <a:latin typeface="+mn-lt"/>
          <a:ea typeface="+mn-ea"/>
          <a:cs typeface="+mn-cs"/>
        </a:defRPr>
      </a:lvl3pPr>
      <a:lvl4pPr marL="923925" indent="-132080" algn="l" defTabSz="527685" rtl="0" eaLnBrk="1" latinLnBrk="0" hangingPunct="1">
        <a:lnSpc>
          <a:spcPct val="90000"/>
        </a:lnSpc>
        <a:spcBef>
          <a:spcPct val="58000"/>
        </a:spcBef>
        <a:buFont typeface="Arial" panose="020B0604020202020204" pitchFamily="34" charset="0"/>
        <a:buChar char="•"/>
        <a:defRPr sz="1040" kern="1200">
          <a:solidFill>
            <a:schemeClr val="tx1"/>
          </a:solidFill>
          <a:latin typeface="+mn-lt"/>
          <a:ea typeface="+mn-ea"/>
          <a:cs typeface="+mn-cs"/>
        </a:defRPr>
      </a:lvl4pPr>
      <a:lvl5pPr marL="1188085" indent="-132080" algn="l" defTabSz="527685" rtl="0" eaLnBrk="1" latinLnBrk="0" hangingPunct="1">
        <a:lnSpc>
          <a:spcPct val="90000"/>
        </a:lnSpc>
        <a:spcBef>
          <a:spcPct val="58000"/>
        </a:spcBef>
        <a:buFont typeface="Arial" panose="020B0604020202020204" pitchFamily="34" charset="0"/>
        <a:buChar char="•"/>
        <a:defRPr sz="1040" kern="1200">
          <a:solidFill>
            <a:schemeClr val="tx1"/>
          </a:solidFill>
          <a:latin typeface="+mn-lt"/>
          <a:ea typeface="+mn-ea"/>
          <a:cs typeface="+mn-cs"/>
        </a:defRPr>
      </a:lvl5pPr>
      <a:lvl6pPr marL="1452245" indent="-132080" algn="l" defTabSz="527685" rtl="0" eaLnBrk="1" latinLnBrk="0" hangingPunct="1">
        <a:lnSpc>
          <a:spcPct val="90000"/>
        </a:lnSpc>
        <a:spcBef>
          <a:spcPct val="58000"/>
        </a:spcBef>
        <a:buFont typeface="Arial" panose="020B0604020202020204" pitchFamily="34" charset="0"/>
        <a:buChar char="•"/>
        <a:defRPr sz="1040" kern="1200">
          <a:solidFill>
            <a:schemeClr val="tx1"/>
          </a:solidFill>
          <a:latin typeface="+mn-lt"/>
          <a:ea typeface="+mn-ea"/>
          <a:cs typeface="+mn-cs"/>
        </a:defRPr>
      </a:lvl6pPr>
      <a:lvl7pPr marL="1715770" indent="-132080" algn="l" defTabSz="527685" rtl="0" eaLnBrk="1" latinLnBrk="0" hangingPunct="1">
        <a:lnSpc>
          <a:spcPct val="90000"/>
        </a:lnSpc>
        <a:spcBef>
          <a:spcPct val="58000"/>
        </a:spcBef>
        <a:buFont typeface="Arial" panose="020B0604020202020204" pitchFamily="34" charset="0"/>
        <a:buChar char="•"/>
        <a:defRPr sz="1040" kern="1200">
          <a:solidFill>
            <a:schemeClr val="tx1"/>
          </a:solidFill>
          <a:latin typeface="+mn-lt"/>
          <a:ea typeface="+mn-ea"/>
          <a:cs typeface="+mn-cs"/>
        </a:defRPr>
      </a:lvl7pPr>
      <a:lvl8pPr marL="1979930" indent="-132080" algn="l" defTabSz="527685" rtl="0" eaLnBrk="1" latinLnBrk="0" hangingPunct="1">
        <a:lnSpc>
          <a:spcPct val="90000"/>
        </a:lnSpc>
        <a:spcBef>
          <a:spcPct val="58000"/>
        </a:spcBef>
        <a:buFont typeface="Arial" panose="020B0604020202020204" pitchFamily="34" charset="0"/>
        <a:buChar char="•"/>
        <a:defRPr sz="1040" kern="1200">
          <a:solidFill>
            <a:schemeClr val="tx1"/>
          </a:solidFill>
          <a:latin typeface="+mn-lt"/>
          <a:ea typeface="+mn-ea"/>
          <a:cs typeface="+mn-cs"/>
        </a:defRPr>
      </a:lvl8pPr>
      <a:lvl9pPr marL="2244090" indent="-132080" algn="l" defTabSz="527685" rtl="0" eaLnBrk="1" latinLnBrk="0" hangingPunct="1">
        <a:lnSpc>
          <a:spcPct val="90000"/>
        </a:lnSpc>
        <a:spcBef>
          <a:spcPct val="58000"/>
        </a:spcBef>
        <a:buFont typeface="Arial" panose="020B0604020202020204" pitchFamily="34" charset="0"/>
        <a:buChar char="•"/>
        <a:defRPr sz="10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527685" rtl="0" eaLnBrk="1" latinLnBrk="0" hangingPunct="1">
        <a:defRPr sz="1040" kern="1200">
          <a:solidFill>
            <a:schemeClr val="tx1"/>
          </a:solidFill>
          <a:latin typeface="+mn-lt"/>
          <a:ea typeface="+mn-ea"/>
          <a:cs typeface="+mn-cs"/>
        </a:defRPr>
      </a:lvl1pPr>
      <a:lvl2pPr marL="264160" algn="l" defTabSz="527685" rtl="0" eaLnBrk="1" latinLnBrk="0" hangingPunct="1">
        <a:defRPr sz="1040" kern="1200">
          <a:solidFill>
            <a:schemeClr val="tx1"/>
          </a:solidFill>
          <a:latin typeface="+mn-lt"/>
          <a:ea typeface="+mn-ea"/>
          <a:cs typeface="+mn-cs"/>
        </a:defRPr>
      </a:lvl2pPr>
      <a:lvl3pPr marL="527685" algn="l" defTabSz="527685" rtl="0" eaLnBrk="1" latinLnBrk="0" hangingPunct="1">
        <a:defRPr sz="1040" kern="1200">
          <a:solidFill>
            <a:schemeClr val="tx1"/>
          </a:solidFill>
          <a:latin typeface="+mn-lt"/>
          <a:ea typeface="+mn-ea"/>
          <a:cs typeface="+mn-cs"/>
        </a:defRPr>
      </a:lvl3pPr>
      <a:lvl4pPr marL="791845" algn="l" defTabSz="527685" rtl="0" eaLnBrk="1" latinLnBrk="0" hangingPunct="1">
        <a:defRPr sz="1040" kern="1200">
          <a:solidFill>
            <a:schemeClr val="tx1"/>
          </a:solidFill>
          <a:latin typeface="+mn-lt"/>
          <a:ea typeface="+mn-ea"/>
          <a:cs typeface="+mn-cs"/>
        </a:defRPr>
      </a:lvl4pPr>
      <a:lvl5pPr marL="1056005" algn="l" defTabSz="527685" rtl="0" eaLnBrk="1" latinLnBrk="0" hangingPunct="1">
        <a:defRPr sz="1040" kern="1200">
          <a:solidFill>
            <a:schemeClr val="tx1"/>
          </a:solidFill>
          <a:latin typeface="+mn-lt"/>
          <a:ea typeface="+mn-ea"/>
          <a:cs typeface="+mn-cs"/>
        </a:defRPr>
      </a:lvl5pPr>
      <a:lvl6pPr marL="1320165" algn="l" defTabSz="527685" rtl="0" eaLnBrk="1" latinLnBrk="0" hangingPunct="1">
        <a:defRPr sz="1040" kern="1200">
          <a:solidFill>
            <a:schemeClr val="tx1"/>
          </a:solidFill>
          <a:latin typeface="+mn-lt"/>
          <a:ea typeface="+mn-ea"/>
          <a:cs typeface="+mn-cs"/>
        </a:defRPr>
      </a:lvl6pPr>
      <a:lvl7pPr marL="1583690" algn="l" defTabSz="527685" rtl="0" eaLnBrk="1" latinLnBrk="0" hangingPunct="1">
        <a:defRPr sz="1040" kern="1200">
          <a:solidFill>
            <a:schemeClr val="tx1"/>
          </a:solidFill>
          <a:latin typeface="+mn-lt"/>
          <a:ea typeface="+mn-ea"/>
          <a:cs typeface="+mn-cs"/>
        </a:defRPr>
      </a:lvl7pPr>
      <a:lvl8pPr marL="1847850" algn="l" defTabSz="527685" rtl="0" eaLnBrk="1" latinLnBrk="0" hangingPunct="1">
        <a:defRPr sz="1040" kern="1200">
          <a:solidFill>
            <a:schemeClr val="tx1"/>
          </a:solidFill>
          <a:latin typeface="+mn-lt"/>
          <a:ea typeface="+mn-ea"/>
          <a:cs typeface="+mn-cs"/>
        </a:defRPr>
      </a:lvl8pPr>
      <a:lvl9pPr marL="2112010" algn="l" defTabSz="527685" rtl="0" eaLnBrk="1" latinLnBrk="0" hangingPunct="1">
        <a:defRPr sz="10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230" y="334645"/>
            <a:ext cx="11238865" cy="3181350"/>
          </a:xfrm>
          <a:prstGeom prst="rect">
            <a:avLst/>
          </a:prstGeom>
        </p:spPr>
      </p:pic>
      <p:sp>
        <p:nvSpPr>
          <p:cNvPr id="112" name="文本框 111"/>
          <p:cNvSpPr txBox="1"/>
          <p:nvPr/>
        </p:nvSpPr>
        <p:spPr>
          <a:xfrm>
            <a:off x="649605" y="3554095"/>
            <a:ext cx="211709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初始注视位置</a:t>
            </a:r>
            <a:endParaRPr lang="zh-CN" altLang="en-US" sz="20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3558540" y="3554095"/>
            <a:ext cx="154813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扫视开始</a:t>
            </a:r>
            <a:endParaRPr lang="zh-CN" altLang="en-US" sz="20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447155" y="3554095"/>
            <a:ext cx="154622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扫视结束</a:t>
            </a:r>
            <a:endParaRPr lang="zh-CN" altLang="en-US" sz="20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8877300" y="3561715"/>
            <a:ext cx="198183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辨别条纹方向</a:t>
            </a:r>
            <a:endParaRPr lang="zh-CN" altLang="en-US" sz="20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7790180" y="10160"/>
            <a:ext cx="164528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延迟时间</a:t>
            </a:r>
            <a:endParaRPr lang="zh-CN" altLang="en-US" sz="20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</Words>
  <Application>WPS 演示</Application>
  <PresentationFormat>宽屏</PresentationFormat>
  <Paragraphs>10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Arial</vt:lpstr>
      <vt:lpstr>宋体</vt:lpstr>
      <vt:lpstr>Wingdings</vt:lpstr>
      <vt:lpstr>微软雅黑</vt:lpstr>
      <vt:lpstr>Arial Unicode MS</vt:lpstr>
      <vt:lpstr>Calibri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山长水远.</cp:lastModifiedBy>
  <cp:revision>8</cp:revision>
  <dcterms:created xsi:type="dcterms:W3CDTF">2023-08-09T12:44:00Z</dcterms:created>
  <dcterms:modified xsi:type="dcterms:W3CDTF">2026-03-06T12:23:17Z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2052-12.1.0.24657</vt:lpwstr>
  </property>
  <property fmtid="{D5CDD505-2E9C-101B-9397-08002B2CF9AE}" pid="3" name="ICV">
    <vt:lpwstr>1E405AF111754F1695CEA9A38AB3F8B9_12</vt:lpwstr>
  </property>
</Properties>
</file>